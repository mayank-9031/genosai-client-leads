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0"/>
            <a:ext cx="11548872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00"/>
                </a:solidFill>
              </a:rPr>
              <a:t>IDILI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Web Development &amp;
AI Automation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015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8C00"/>
                </a:solidFill>
              </a:rPr>
              <a:t>Strategic Review &amp; Digital Growth Roadmap  |  Cape Town, South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Prepared by: Genos Apollo  |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035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0080" cy="96012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B3C"/>
                </a:solidFill>
              </a:rPr>
              <a:t>Company Digital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928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Current state of idili.africa and digital footprint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640080" cy="96012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B3C"/>
                </a:solidFill>
              </a:rPr>
              <a:t>Website Audit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8928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UX, SEO, platform gaps and compliance issues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32888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532888"/>
            <a:ext cx="640080" cy="96012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624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B3C"/>
                </a:solidFill>
              </a:rPr>
              <a:t>Web Development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008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Talent portal, CMS &amp; modern platform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532888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532888"/>
            <a:ext cx="640080" cy="96012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24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B3C"/>
                </a:solidFill>
              </a:rPr>
              <a:t>AI Automation 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008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Where AI accelerates talent matching &amp; operations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48456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648456"/>
            <a:ext cx="640080" cy="96012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739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B3C"/>
                </a:solidFill>
              </a:rPr>
              <a:t>Benefits of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123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ROI, placement velocity and partner experience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648456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3648456"/>
            <a:ext cx="640080" cy="96012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739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B3C"/>
                </a:solidFill>
              </a:rPr>
              <a:t>Implementation Timeline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123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Phased rollout plan across 12 months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764024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764024"/>
            <a:ext cx="640080" cy="96012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9926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8554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B3C"/>
                </a:solidFill>
              </a:rPr>
              <a:t>Investment &amp; Next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2395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Budget guidance and immediate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COMPANY DIGITAL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Idili Africa – current digital footprint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Company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"Talent is global. Opportunity should be too."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2257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Industry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3225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International Talent Mobility &amp; Graduate Recruitment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980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HQ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980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Innovation City Cape Town, Darters Road, 8001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735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2735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SA graduates (18–25) → Swedish / global companies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490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Partners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749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Saab · Atlas Copco · Bitprop · REY17 · Oakvale Invest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2452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Affiliations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2245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Sweden Consulate Cape Town · Made with Sweden initiative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001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Extra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7000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Seed funding for African AI founders via Oakvale Invest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7550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Website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1755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idili.africa  (custom domain ✓ | platform TBC)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280160"/>
            <a:ext cx="594360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Digital Health Indicators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8470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Custom Domain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18470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ECC71"/>
                </a:solidFill>
              </a:rPr>
              <a:t>✓ Active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18470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idili.africa 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3225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Mobile Page Speed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32257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~52 / 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3225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Est. — CMS/platform not confirmed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798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SEO Visibility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79806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7980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Thin content, minimal keyword strategy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2735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Candidate Application Portal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273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None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273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ATS or talent portal on site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3749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Company Partner Portal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7490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None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dashboard for hiring partners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4224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Social Media on Site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224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None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LinkedIn / Instagram links visible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47000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Privacy Policy / POPIA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70001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None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7000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legal footer or compliance notice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51755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6B3C"/>
                </a:solidFill>
              </a:rPr>
              <a:t>Email / Lead Capture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17550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Form only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51755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newsletter or talent pipeline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WEBSITE AUDIT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idili.africa – gaps blocking talent pipeline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41148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Platform &amp; 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56816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CMS/platform not publicly identifiable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15184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Subpages return 404 (fragile URL structure)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73552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No CDN or edge caching confirmed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31920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Mobile performance likely under-optimised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1325880"/>
            <a:ext cx="2788920" cy="41148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UX &amp; Platform Features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1956816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No applicant tracking or talent portal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615184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Opportunities link to external company pages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3273552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No partner company dashboard or login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931920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No WhatsApp or live chat for candidate queries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325880"/>
            <a:ext cx="2788920" cy="41148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SEO &amp; Content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1956816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4 pages only – extremely thin content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15184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No blog, success stories or placement stats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3273552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Missing schema (JobPosting, Organization)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931920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No keyword targeting for graduate job queries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1325880"/>
            <a:ext cx="2788920" cy="41148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Trust &amp; Compliance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1956816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404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No privacy policy or POPIA notice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60" y="2615184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No cookie consent mechanism on site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3273552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404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No testimonials from placed graduates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60" y="3931920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No social media links – isolated digital presence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6217920"/>
            <a:ext cx="114300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27278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D6B3C"/>
                </a:solidFill>
              </a:rPr>
              <a:t>Priority: Build a proper talent portal + POPIA compliance + SEO content strategy to scale the candidate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WEB DEVELOPMENT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Transforming idili.africa into a scalable talent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1148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Recommended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847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Next.js 15 – SSR/SSG for SEO-rich talent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04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304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Sanity.io – manage opportunities, stories,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61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Greenhouse (free tier) or custom Sanity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18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Hosting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186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Vercel + Cloudflare CDN (SA + EU edge nodes)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75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758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Auth0 – candidate &amp; partner company portals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33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Email CRM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133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Brevo (free tier) – candidate nurture sequences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90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590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GA4 + Hotjar – funnel &amp; application drop-off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47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WhatsApp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047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WhatsApp Business API – candidate comms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1280160"/>
            <a:ext cx="70866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7086600" cy="41148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1316736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Improvements &amp;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1901952"/>
            <a:ext cx="73152" cy="228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8105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B3C"/>
                </a:solidFill>
              </a:rPr>
              <a:t>Candidate Talent Portal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08483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Graduates create profiles, upload CVs, track application status, receive assessment invites, and access placement resources in one secure dashboard.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2615184"/>
            <a:ext cx="73152" cy="228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523744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B3C"/>
                </a:solidFill>
              </a:rPr>
              <a:t>Partner Company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279806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Saab, Atlas Copco and future partners log in to view shortlisted candidates, schedule interviews, and track pipeline status — no manual email chains.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3328416"/>
            <a:ext cx="73152" cy="228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236976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B3C"/>
                </a:solidFill>
              </a:rPr>
              <a:t>SEO-Optimised Opportunity Listings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351129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Each role becomes a Google-indexable page with JobPosting schema, salary range, skills required, and an apply-now CTA. Target 'graduate jobs South Africa Sweden'.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4041648"/>
            <a:ext cx="73152" cy="228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3950208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B3C"/>
                </a:solidFill>
              </a:rPr>
              <a:t>Success Stories &amp; Impact Hub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42245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Placed graduates featured by name, company and journey. Tracks cumulative stats: X graduates placed, X countries, X partner companies — building social proof.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4754880"/>
            <a:ext cx="73152" cy="228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4663440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B3C"/>
                </a:solidFill>
              </a:rPr>
              <a:t>POPIA Compliance &amp; Privacy Framework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93776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Full cookie consent, privacy policy, data processing agreements with partners, and candidate data rights management in line with POPIA 2021.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5468112"/>
            <a:ext cx="73152" cy="228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537667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B3C"/>
                </a:solidFill>
              </a:rPr>
              <a:t>WhatsApp Application Journey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565099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Candidates apply or enquire via WhatsApp. Auto-guided flow: eligibility check → document upload → assessment booking → status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AI AUTOMATION 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Where AI accelerates Idili Africa's talent 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0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Talent Screening &amp; Matching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65960"/>
            <a:ext cx="91440" cy="9144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892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AI CV parser + skills extraction on upload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404872"/>
            <a:ext cx="91440" cy="9144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317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Auto-score candidates against role requirements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843784"/>
            <a:ext cx="91440" cy="9144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7706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Psychometric pre-screening bot (before human review)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282696"/>
            <a:ext cx="91440" cy="9144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2095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AI-match candidates to best-fit partner companies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2588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380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B3C"/>
                </a:solidFill>
              </a:rPr>
              <a:t>Candidate Communications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1965960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1892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WhatsApp bot: 24/7 application status updates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2404872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23317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Auto-send assessment links &amp; interview schedules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2843784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7706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Personalised placement journey nudges (email/WA)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282696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32095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Post-placement check-ins &amp; feedback collection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3192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931920"/>
            <a:ext cx="566928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867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Partner &amp; Employer Experience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4572000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4988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AI-generated shortlist summaries for hiring managers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5010912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9377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Auto-notify partners when new candidates qualify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544982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3766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Weekly pipeline reports auto-emailed to partners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5888736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8155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Interview debrief templates auto-generated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93192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3931920"/>
            <a:ext cx="5669280" cy="41148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9867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Content, SEO &amp; Growth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4572000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6832" y="44988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AI-draft graduate success stories from a template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73952" y="5010912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6832" y="49377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Auto-post placements to LinkedIn + Instagram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73952" y="5449824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6832" y="53766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Blog content: 'Working in Sweden as a SA engineer'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73952" y="5888736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58155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Monitor SA university graduation calendars (AI digest)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BENEFITS OF AI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Measurable impact across Idili Africa's talent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5×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More candidates
screened per week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Reduction in
manual admin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2588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WhatsApp candidate
support 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32588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3×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Faster shortlist
delivery to partners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926080"/>
            <a:ext cx="5669280" cy="384048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926080"/>
            <a:ext cx="45720" cy="1508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718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Talent Pipeline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6499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AI pre-screens CVs — human time on best fits only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Handle 10× volume without adding headcount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Auto-qualify candidates before assessment day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Continuous intake, not just cohort-based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92608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2926080"/>
            <a:ext cx="5669280" cy="384048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926080"/>
            <a:ext cx="45720" cy="1508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9718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Partner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36499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Partners get shortlists, not raw applicant dumps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Real-time portal beats weekly email updates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AI summaries reduce partner review time by 60%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Stronger relationships → more partner companies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1772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617720"/>
            <a:ext cx="56692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617720"/>
            <a:ext cx="45720" cy="1508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6634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Candidate Experience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05663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WhatsApp guidance from apply to placement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No candidate left wondering about their status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Personalised comms in English (+ local languages)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Better experience → higher referral rate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61772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617720"/>
            <a:ext cx="56692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4617720"/>
            <a:ext cx="45720" cy="1508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6634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Organisational Impact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05663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Data on every cohort: conversion rates, placement speed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Identify top-performing universities &amp; faculties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Build case for grant funding with AI-tracked outcomes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Scale to 5 countries without proportional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ROI &amp;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Projected returns from platform + AI investment (USD)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Indicative Investment (Year 1 – USD)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Website Rebuild (Next.js + Sanity CMS)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8288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$2,500 – $ 5,000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Talent Portal &amp; Partner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286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$2,000 – $ 4,000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AI Screening &amp; WhatsApp Bot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7432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$1,200 – $ 2,500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SEO Content Sprint &amp; JobPosting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2004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600 – $ 1,200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POPIA Compliance &amp; Privacy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6576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400 – $   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CRM / Email Automation (Brevo)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1148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300 – $   600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Ongoing monthly support (est.)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572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300 – $   600 / 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53035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38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B3C"/>
                </a:solidFill>
              </a:rPr>
              <a:t>TOTAL YEAR 1 (once-off + 12 mo)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1389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CC71"/>
                </a:solidFill>
              </a:rPr>
              <a:t>$10,600 – $21,300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Projected Returns &amp; Value Unlocked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Placement fee per candidate (est.)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$1,500 – $4,000 per hire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10× more candidates screened / 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Unlock higher volume → more placements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7432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Reduced manual screening time saved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15–20 hrs/week reclaimed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200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New partner companies attracted by portal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2–4 new partners / year est.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657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Grant &amp; impact funding credibility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Data-tracked outcomes unlock NGO/govt funding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114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6B3C"/>
                </a:solidFill>
              </a:rPr>
              <a:t>Seed funding pipeline (Oakvale / AI arm)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Platform data qualifies founder cohort quality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4526280"/>
            <a:ext cx="59436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46817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B3C"/>
                </a:solidFill>
              </a:rPr>
              <a:t>BREAKEVEN (3–7 additional placements)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46817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CC71"/>
                </a:solidFill>
              </a:rPr>
              <a:t>Full Year 1 investment recovered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D6B3C"/>
                </a:solidFill>
              </a:rPr>
              <a:t>3–7 additional placements per year at $1.5K–$4K each recovers the full investment — everything beyond is pure 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IMPLEMENTATION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Phased 12-month delivery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6B3C"/>
                </a:solidFill>
              </a:rPr>
              <a:t>Phase 1
Mon 1–2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203704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POPIA privacy policy &amp; cookie consent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026664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Social media links added to site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849624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WhatsApp Business API connected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672584"/>
            <a:ext cx="914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Google Search Console + GA4 setup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1325880"/>
            <a:ext cx="2743200" cy="64008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
Mon 3–5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56432" y="2203704"/>
            <a:ext cx="91440" cy="9144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Next.js + Sanity CMS rebuild launch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56432" y="3026664"/>
            <a:ext cx="91440" cy="9144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SEO opportunity pages (JobPosting schema)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849624"/>
            <a:ext cx="91440" cy="9144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Candidate talent portal v1 live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6432" y="4672584"/>
            <a:ext cx="91440" cy="9144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Email CRM pipeline (Brevo) active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325880"/>
            <a:ext cx="27432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
Mon 6–8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7940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82512" y="220370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Partner company dashboard live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302666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AI CV screening &amp; match scoring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384962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Success stories hub + placement stats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467258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LinkedIn + Instagram auto-posting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1325880"/>
            <a:ext cx="2743200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4
Mon 9–12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08592" y="220370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9147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WhatsApp full application journey bot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08592" y="302666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9147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AI psychometric pre-screening flow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08592" y="384962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9147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University partnership landing pages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8592" y="467258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Full audit, review &amp; optimise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8C00"/>
                </a:solidFill>
              </a:rPr>
              <a:t>Why Act —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Africa produces 12M+ graduates annually. The pipeline is vast. The platform to harness it professionally is not yet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6B3C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talent pipeline is real — the infrastructure isn't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Idili has the partnerships (Saab, Atlas Copco, Sweden Consulate) and the mission. What's missing is the platform to scale from dozens of candidates to thousands. Every month without a portal is a month of manually managed applications that could be automated.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791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European skills shortages are intensifying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5351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Sweden and broader Europe face critical shortages in engineering, software, and technology through 2030. The window to establish Idili as the go-to Africa-to-Europe talent bridge is open now — and competitors will emerge.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6B3C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75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social media links on the site means no trust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962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Graduates and companies research before engaging. A site with no LinkedIn link, no success stories, and no privacy policy signals 'unfinished' — even if the mission and partnerships are exceptional. This is a fast, cheap fix.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71416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714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4714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POPIA compliance is non-negotiable for a data-rich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4573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Idili handles personal data: CVs, psychometric results, interview notes. Operating without a privacy policy or POPIA notice is a legal exposure risk. Fixing this also unlocks trust with European partner companies who have GDPR obligations.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6B3C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367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screening turns a boutique operation into a scalable 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64184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Today, candidate screening requires human hours. AI can pre-qualify 10× the volume before a single recruiter reviews a profile. That efficiency multiplier is the difference between placing 50 graduates per year and placing 500.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From audit to action — what happens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432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6B3C"/>
                </a:solidFill>
              </a:rPr>
              <a:t>This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6B3C"/>
                </a:solidFill>
              </a:rPr>
              <a:t>Quick Wins (48 hrs)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Add LinkedIn &amp; social links to site. Add a basic privacy policy. Connect WhatsApp Business number. Zero cost, immediate trust uplift.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743200" cy="41148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Discovery 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30-min session with Genos Apollo: review audit, confirm platform choice, share partner requirements and candidate journey map.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7432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3–5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Platform Sprint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Next.js rebuild starts. Candidate portal scoped. POPIA compliance drafted. Google Search Console connected. SEO keyword plan agreed.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371600"/>
            <a:ext cx="27432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Month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Portal &amp; SEO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6B3C"/>
                </a:solidFill>
              </a:rPr>
              <a:t>New site live. Candidates apply via portal. First SEO-optimised opportunity pages indexed. WhatsApp intake bot active.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11430000" cy="100584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Ready to scale Africa's most compelling talent bridge?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4243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Contact Genos Apollo to schedule your discovery workshop.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4864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8C00"/>
                </a:solidFill>
              </a:rPr>
              <a:t>www.idili.africa  |  Innovation City Cape Town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0"/>
            <a:ext cx="11548872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8C00"/>
                </a:solidFill>
              </a:rPr>
              <a:t>Talent is global. Opportunity should be too.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BB"/>
                </a:solidFill>
              </a:rPr>
              <a:t>Idili Africa  ·  www.idili.africa  ·  Cape Town, South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Prepared by Genos Apollo  |  May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