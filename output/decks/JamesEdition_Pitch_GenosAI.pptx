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E"/>
                </a:solidFill>
                <a:latin typeface="Satoshi"/>
              </a:rPr>
              <a:t>PREPARED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Instrument Serif"/>
              </a:rPr>
              <a:t>JamesEdition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D9D9F"/>
                </a:solidFill>
                <a:latin typeface="Satoshi"/>
              </a:rPr>
              <a:t>Global Luxury Marketplace  ·  Real Estate  ·  Yachts  ·  Jets  ·  Automobiles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Amsterdam, Netherlands  ·  120+ Countries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12463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9534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AI AUTOMATION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61104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An AI automation layer for JamesEdition —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built to onboard sellers at scale, prevent churn,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trigger upsells, and pre-qualify buyers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across 40,000+ sellers and 120 countries.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273552" cy="2286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19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03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Rohan Malik  ·  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hello@genosai.tech  ·  www.genosai.tech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7"/>
                </a:solidFill>
                <a:latin typeface="Satoshi"/>
              </a:rPr>
              <a:t>v1.0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01  ·  THE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PLATFORM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Global Scale. Lean Team. High Stakes.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JamesEdition operates one of the world's largest luxury marketplaces — 770,000+ listings across real estate, yachts, jets, and automobiles — with a 35-person team. The subscription revenue model means seller success and retention are directly tied to every automation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7860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Instrument Serif"/>
              </a:rPr>
              <a:t>770K+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active on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SELLERS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Instrument Serif"/>
              </a:rPr>
              <a:t>40K+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trusted across 120 countries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Instrument Serif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employees worldwide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SUBSCRIPTIONS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Instrument Serif"/>
              </a:rPr>
              <a:t>$299–$1,199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per seller per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377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ASSET CATEGORIES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303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21808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Real Estate  ·  Automobiles  ·  Yachts  ·  Private Jets  ·  Watches  ·  Motorcycles  ·  Helicopters  ·  Jewellery  ·  Collectibles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02  · 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The Seller Success Layer
That Makes 35 People Feel Like 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6858000" cy="1143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61488"/>
            <a:ext cx="5943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Instrument Serif"/>
              </a:rPr>
              <a:t>The marketplace handles discovery. AI handles the seller relationship — from day one onboarding through to renewal, upsell, and re-engagement. No headcount added. No seller left to figure it out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Seller
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new seller gets a structured setup — listing guidance, tips, milestones.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Churn
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Sellers who go quiet are flagged and re-engaged before they cancel.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Revenue
upsell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Basic plan sellers showing strong lead volume prompted to upgrade automatically.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Buyer
pre-qualification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Luxury inquiries pre-qualified before reaching the seller — no time wasted.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  ·  AUTOMATION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 THE AUTOMATION LAYER BRINGS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Five AI Systems for JamesEdition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Seller
Onboarding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Structured setup for every new seller.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27248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Churn
Prevention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Re-engage before cancellation.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0096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Upsell
Trigger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Basic to premium — automated.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4344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Buyer
Qualification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Pre-qualify $500K+ inquiries.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7192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65792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Support
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Tier-1 queries handled by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03A  ·  SELLER ONBOARDING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Seller Onboarding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6868A"/>
                </a:solidFill>
                <a:latin typeface="Satoshi"/>
              </a:rPr>
              <a:t>Every new JamesEdition seller gets a structured, high-quality setup experience — whether you add 10 sellers this week or 1,000. No human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Day-one welcome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New sellers receive an immediate structured welcome with platform overview, listing best practices, and a 7-day activation checklist.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0156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Listing optimisation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484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reviews the seller's first listing and sends specific improvement prompts — photos, pricing, description completeness — before it goes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5993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Performance benchmark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068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At day 7 and day 30, seller receives a personalised benchmark: how their listings compare to similar active sellers in their category and region.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1830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183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Milestone check-ins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65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First inquiry, first saved listing, first contact — each milestone triggers a congratulatory nudge and a next-step prompt to build momentum.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7667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Handover trigger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23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Sellers who complete onboarding without receiving an inquiry in 30 days are flagged to the Customer Success team with full 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743200"/>
            <a:ext cx="4572000" cy="33832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926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THE ONBOARDING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strument Serif"/>
              </a:rPr>
              <a:t>Sellers who leave in month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8587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  <a:latin typeface="Instrument Serif"/>
              </a:rPr>
              <a:t>leave because nobody helped them get started.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4805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At 40,000+ sellers and 35 employees, structured onboarding only happens if it's automated.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03B / 03C  ·  CHURN &amp; UPSELL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Churn Prevention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Sellers who are about to cancel — identified and re-engaged before they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Engagement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tracks login frequency, listing updates, and inquiry response rates per seller.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Early churn signal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Sellers inactive for 14+ days or with zero leads in 30 days flagged automatically.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Re-engagement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Flagged sellers receive a targeted sequence: listing optimisation prompt, market data relevant to their category, and a direct offer to speak with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Cancellation intent intercept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If a seller initiates cancellation, AI triggers an immediate value-delivery sequence before the cancellation completes.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Renewal reminder sequences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Annual and monthly subscribers receive tiered renewal reminders at 30, 7, and 1 day.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2698" y="777240"/>
            <a:ext cx="127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Upsell Trigger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Basic plan sellers ready to upgrade — identified and prompted automatically.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Lead volume threshold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Sellers who hit 5+ inquiries on a basic plan receive an upgrade prompt with specific ROI context from their own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Featured placement 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Sellers in high-competition categories shown data on how premium placement performs against their current visibility.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Seasonal upgrade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Category-specific upgrade prompts timed to high-demand periods — yacht season, spring real estate market, auto show season.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Upgrade abandonment recovery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Sellers who start but don't complete an upgrade receive a follow-up within 24 hours with a specific reason to complete.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Annual plan conversion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Monthly subscribers showing consistent engagement prompted to switch to annual billing with a calculated saving.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03D / 03E  ·  BUYER QUAL &amp;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Buyer Pre-Qualification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Only qualified buyers reach the seller — protecting seller time on $500K+ assets.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Budget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confirms the buyer's available budget before connecting to the seller.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Finance vs cash qualification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 clarifies purchase method — mortgage pre-approval, cash, or investment fund.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Timeline qualification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Buyers with a 3-month purchase timeline prioritised over speculative browsers.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Seriousness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Profile completeness, inquiry history, and response speed used to score each buyer.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Seller notification with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 receives a pre-qualified lead summary — budget, timeline, purchase method — not just a raw inquiry email.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Tier-1 Support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21,000+ trusted sellers generate support volume that 35 people can't absorb manually.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Listing issue 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diagnoses and resolves common listing problems (photo rejection, missing fields, pricing errors) without human escalation.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Account and billing queries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Subscription status, invoice requests, payment failures — handled by AI with Pipedrive CRM integration for context.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Platform how-to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Dashboard questions, search optimisation, feature usage — AI answers from the help centre knowledge base.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Escalation routing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Queries that require human handling are routed to the right team member with full context — no cold handover.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Multilingual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responds in the seller's language — critical for a 120-country marketplace.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04  ·  SELLER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SIGN-UP  →  ONBOARDED  →  ENGAGED  →  RENEWED  →  UPGRADED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strument Serif"/>
              </a:rPr>
              <a:t>Automated Seller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From the moment a seller signs up to a paying, active, renewing subscriber — every stage automated.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Seller
Signs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Basic or premium
plan selected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541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Onboarding
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Day-1 welcome,
listing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557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First Listing
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AI reviews and
optimisation 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5464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First Inquiry
Received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Milestone trigger +
next-step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Engagement
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Login frequency,
lead response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96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Churn Signal
Detected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Re-engagement
sequence triggers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512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Upsell
Window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Lead volume hits
threshold — upgrade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357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1501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2474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Renewal
or Upgrade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2474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Renewal reminder
or plan upgrade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05  · 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WHY THIS WORKS FOR JAMESEDITION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 Changes After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Lower month-one 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Sellers who go through structured onboarding cancel less — they understand the platform's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Subscription revenue protected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Churn prevention AI catches at-risk sellers before they cancel — not after.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Upsell revenue unlocked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High-performing basic plan sellers converted to premium automatically — no sales rep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Seller success at 35-person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40,000+ sellers receive consistent, high-quality support without headcount increase.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Qualified buyers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Sellers on $500K+ listings spend time on serious buyers, not speculative inquiries.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Support load reduced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Tier-1 queries handled by AI — team focuses on complex, high-value seller issues.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Multilingual by default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120-country seller base supported in their own language without hiring translators.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Pipedrive CRM enriched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seller interaction logged back to Pipedrive — full pipeline visibility for the team.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06  ·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BEYOND THE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Future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The same automation infrastructure scales across every category and region as JamesEdition grows.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Voice AI for seller outreach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Outbound calls to at-risk sellers before cancellation — AI-led, human-feeling.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Category-specific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Separate onboarding sequences for real estate vs yacht vs jet sellers.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Editorial content personalisation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AI-matched Journal articles and market insights delivered to sellers by category.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AI-generated listing 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drafts listing descriptions from seller-provided specs — reduces friction to 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Buyer matching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Buyers saved-search criteria matched to new listings and notified automatically.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Broker partnership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New broker partnerships onboarded via structured sequence — no manual setup.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Investor alert sequences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High-value buyers (HNWIs) matched to new off-market listings in their criteria.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Marketplace analytics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Natural language queries on platform performance delivered to Eric's team weekly.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JAMESEDITION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07  · 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JamesEdition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BUILT IN THREE CLEAN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Implementation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Each phase protects revenue immediately — no months of silence before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01  · 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Seller Onboarding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Structured onboarding sequences for all new sellers — day-one welcome, listing optimisation guidance, performance benchmarks, and milestone triggers.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Onboarding sequence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Listing optimisation prompt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Day-7 and day-30 benchmark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Milestone trigger configuration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02  ·  Weeks 2-3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Churn Prevention + Upsell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Churn risk scoring for all active sellers, automated re-engagement sequences, and upsell triggers for high-performing basic plan subscribers.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Engagement scoring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Churn signal threshold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Re-engagement sequence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Upsell trigger logic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03  ·  Weeks 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Buyer Qualification + Support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 pre-qualification for luxury inquiries and tier-1 support automation integrated with the JamesEdition help centre and Pipedrive.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Buyer qualification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Budget and timeline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Seller notification enrichment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Support AI knowledge base setup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WHO IS BEHIND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5943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GenosAI builds AI automation systems for marketplace businesses, subscription platforms, and high-volume B2B operations. We specialise in seller onboarding flows, churn prevention AI, upsell trigger systems, and support automation — production-grade from week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61488"/>
            <a:ext cx="54864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7355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735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Seller Onboarding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Structured setup for every new seller — at any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Churn Prevention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At-risk sellers identified and re-engaged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Upsell Trigger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371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Revenue upgrade prompts triggered by seller behaviour.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486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486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Buyer Qualification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955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Luxury inquiries pre-qualified before reaching sellers.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070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070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Support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1539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Tier-1 queries handled by AI with CRM integration.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005840"/>
            <a:ext cx="4617720" cy="5257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CLOSING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7276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27632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Instrument Serif"/>
              </a:rPr>
              <a:t>Built to make 35 people feel like 350 — every seller onboarded, every churn signal caught, every upsell triggered, without adding headcount.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2633472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816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17296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15-minute call to confirm scope and integration 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21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73989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Phase 1 kick-off — seller onboarding AI live within 7 days.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885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30682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First new seller goes through the automated flow — visible from day 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4983480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5166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Rohan Malik  ·  CEO, Genos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486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hello@genosai.tech  ·  +91 638-714-2699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779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www.genosai.tech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Confidential  ·  JamesEdition  ·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12 / 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