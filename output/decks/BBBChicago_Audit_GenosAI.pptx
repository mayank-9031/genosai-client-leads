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4F8EFF"/>
                </a:solidFill>
              </a:rPr>
              <a:t>GENOS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960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www.genosai.tech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C518"/>
                </a:solidFill>
              </a:rPr>
              <a:t>BBB OF CHICAGO &amp; NORTHERN ILLINOIS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Website &amp; AI Growth
Audit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27432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Prepared exclusively for Steve Bernas, President &amp; CEO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Rohan Malik  |  CEO, Genos AI  |  hello@genosai.tech  |  +91 638-714-2699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35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May 2026  |  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3017520"/>
            <a:ext cx="2103120" cy="2286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BBB"/>
                </a:solidFill>
              </a:rPr>
              <a:t>AUDIT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4290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4EE"/>
                </a:solidFill>
              </a:rPr>
              <a:t>/ 10</a:t>
            </a:r>
          </a:p>
        </p:txBody>
      </p:sp>
      <p:sp>
        <p:nvSpPr>
          <p:cNvPr id="18" name="Oval 17"/>
          <p:cNvSpPr/>
          <p:nvPr/>
        </p:nvSpPr>
        <p:spPr>
          <a:xfrm>
            <a:off x="9738360" y="4663440"/>
            <a:ext cx="1805940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0F2E"/>
                </a:solidFill>
              </a:rPr>
              <a:t>MEDIUM PRIORITY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Steve Bernas — Who He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100
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4EE"/>
                </a:solidFill>
              </a:rPr>
              <a:t>BBB Chicago Founded 1926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9,000+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4EE"/>
                </a:solidFill>
              </a:rPr>
              <a:t>Accredited Businesses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35+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4EE"/>
                </a:solidFill>
              </a:rPr>
              <a:t>Years Steve at BBB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Apr 22
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4EE"/>
                </a:solidFill>
              </a:rPr>
              <a:t>Centennial at Navy Pier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3768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Daily
Herald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4EE"/>
                </a:solidFill>
              </a:rPr>
              <a:t>Regular Columnist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11183112" cy="548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13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4EE"/>
                </a:solidFill>
              </a:rPr>
              <a:t>121 W Wacker Dr, Suite 2000, Chicago IL  ·  Centennial: Navy Pier w/ Lester Holt  ·  Media: NBC, ABC, CBS, Daily Herald  ·  Twitter: @SteveBernasBBB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92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4F8EFF"/>
                </a:solidFill>
              </a:rPr>
              <a:t>• </a:t>
            </a:r>
            <a:r>
              <a:rPr sz="1300">
                <a:solidFill>
                  <a:srgbClr val="C8D4EE"/>
                </a:solidFill>
              </a:rPr>
              <a:t>Advance marketplace trust across Chicago &amp; Northern Illinois</a:t>
            </a:r>
          </a:p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4F8EFF"/>
                </a:solidFill>
              </a:rPr>
              <a:t>• </a:t>
            </a:r>
            <a:r>
              <a:rPr sz="1300">
                <a:solidFill>
                  <a:srgbClr val="C8D4EE"/>
                </a:solidFill>
              </a:rPr>
              <a:t>Accreditation, complaint resolution, scam alerts</a:t>
            </a:r>
          </a:p>
          <a:p>
            <a:pPr algn="l"/>
            <a:r>
              <a:rPr sz="1100"/>
              <a:t>  </a:t>
            </a:r>
            <a:r>
              <a:rPr sz="1100" b="1">
                <a:solidFill>
                  <a:srgbClr val="4F8EFF"/>
                </a:solidFill>
              </a:rPr>
              <a:t>• </a:t>
            </a:r>
            <a:r>
              <a:rPr sz="1300">
                <a:solidFill>
                  <a:srgbClr val="C8D4EE"/>
                </a:solidFill>
              </a:rPr>
              <a:t>Consumer education and business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EDUCATION &amp; BACKGROUND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92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4F8EFF"/>
                </a:solidFill>
              </a:rPr>
              <a:t>• </a:t>
            </a:r>
            <a:r>
              <a:rPr sz="1300">
                <a:solidFill>
                  <a:srgbClr val="C8D4EE"/>
                </a:solidFill>
              </a:rPr>
              <a:t>BA Psychology, Loyola / Niles College (1987)</a:t>
            </a:r>
          </a:p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4F8EFF"/>
                </a:solidFill>
              </a:rPr>
              <a:t>• </a:t>
            </a:r>
            <a:r>
              <a:rPr sz="1300">
                <a:solidFill>
                  <a:srgbClr val="C8D4EE"/>
                </a:solidFill>
              </a:rPr>
              <a:t>35+ years growing BBB Chicago membership</a:t>
            </a:r>
          </a:p>
          <a:p>
            <a:pPr algn="l"/>
            <a:r>
              <a:rPr sz="1100"/>
              <a:t>  </a:t>
            </a:r>
            <a:r>
              <a:rPr sz="1100" b="1">
                <a:solidFill>
                  <a:srgbClr val="4F8EFF"/>
                </a:solidFill>
              </a:rPr>
              <a:t>• </a:t>
            </a:r>
            <a:r>
              <a:rPr sz="1300">
                <a:solidFill>
                  <a:srgbClr val="C8D4EE"/>
                </a:solidFill>
              </a:rPr>
              <a:t>Regular media voice on consumer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WHAT'S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Strengths to Build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100 Years of Brand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Very few organizations in Chicago can say they've operated continuously for a century. BBB Chicago's 1926 founding, the Navy Pier centennial, and Mayor Brandon Johnson's presence are powerful trust signals that almost no competitor can match.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Steve Bernas Is a Recognized Public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Regular Daily Herald columns, TV appearances on NBC/ABC/CBS, and Twitter presence give Steve credibility as a consumer protection expert - not just an executive. That personal brand is an underused marketing asset.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9,000 Accredited Business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A base of 9,000 active accredited businesses represents both recurring revenue and a distribution channel. Renewal communications, event invitations, and value-add content can all be automated and personalized at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3484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Active Scam Alert Publishing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BBB consistently publishes consumer scam warnings across multiple channels. This high-frequency content output is infrastructure for an automated syndication pipeline - written once, distributed everywhere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9496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Centennial Media Moment Just Happened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The April 22 Navy Pier centennial with Lester Holt is a once-in-a-century credibility moment. That story should be working on the website, in email sequences, and in social content for months, not just the week of the event.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WHERE IT'S COSTING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Operational &amp; Digital Gaps Found in the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" cy="6400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COMPLAINT TRIAGE IS MANUAL</a:t>
            </a:r>
          </a:p>
        </p:txBody>
      </p:sp>
      <p:sp>
        <p:nvSpPr>
          <p:cNvPr id="9" name="Oval 8"/>
          <p:cNvSpPr/>
          <p:nvPr/>
        </p:nvSpPr>
        <p:spPr>
          <a:xfrm>
            <a:off x="9235440" y="1600200"/>
            <a:ext cx="749808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Thousands of complaints processed by hand means slower resolution times, inconsistent routing, and no ability to detect emerging fraud patterns early. AI triage fixes this - routing by category, flagging patterns, auto-acknowledging intake.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54864" cy="6400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ACCREDITATION APPLICATIONS SIT IN A QUEUE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2560320"/>
            <a:ext cx="749808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Businesses that want to get accredited wait for a manual review workflow. Every day of delay is a day they might lose interest or go to a competitor. Automation speeds review and keeps applicants warm during the process.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74720"/>
            <a:ext cx="54864" cy="6400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7472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CENTENNIAL CONTENT NOT ON LOCAL PAGES</a:t>
            </a:r>
          </a:p>
        </p:txBody>
      </p:sp>
      <p:sp>
        <p:nvSpPr>
          <p:cNvPr id="17" name="Oval 16"/>
          <p:cNvSpPr/>
          <p:nvPr/>
        </p:nvSpPr>
        <p:spPr>
          <a:xfrm>
            <a:off x="9235440" y="3520440"/>
            <a:ext cx="749808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94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The Navy Pier centennial happened 2 weeks ago. Mayor Johnson spoke. Lester Holt was there. None of this shows up on bbb.org/chicago. A business owner researching whether to get accredited sees none of that credibility.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34840"/>
            <a:ext cx="54864" cy="640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MEMBER RENEWALS ARE NON-PERSONALIZED</a:t>
            </a:r>
          </a:p>
        </p:txBody>
      </p:sp>
      <p:sp>
        <p:nvSpPr>
          <p:cNvPr id="21" name="Oval 20"/>
          <p:cNvSpPr/>
          <p:nvPr/>
        </p:nvSpPr>
        <p:spPr>
          <a:xfrm>
            <a:off x="9235440" y="4480560"/>
            <a:ext cx="941832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54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9,000 accredited businesses get the same renewal communication regardless of industry, tenure, or engagement. Personalized sequences by segment - by industry, years as a member, complaint history - meaningfully reduce lapse rates.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394960"/>
            <a:ext cx="54864" cy="640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949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AI CHAT FOR AFTER-HOURS INQUIRIES</a:t>
            </a:r>
          </a:p>
        </p:txBody>
      </p:sp>
      <p:sp>
        <p:nvSpPr>
          <p:cNvPr id="25" name="Oval 24"/>
          <p:cNvSpPr/>
          <p:nvPr/>
        </p:nvSpPr>
        <p:spPr>
          <a:xfrm>
            <a:off x="9235440" y="5440680"/>
            <a:ext cx="941832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Businesses deciding whether to seek accreditation often research at night. Consumers with complaints do the same. With no chat widget, those inquiries either wait until Monday or go unanswered entirely.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WEBSITE DESIGN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100 Years of Credibility. Local Pages Don't Show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36576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474720" cy="3291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47472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BBB CHICAGO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Centennial milestone absent from local pages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No video or media coverage embedded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Generic institutional design, low personality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No live chat or AI chatbot widget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Scam alerts published one channel at a time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Accreditation CTA functional but cold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No personalization for business vs consumer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Steve's media coverage not showcased locally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55FF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737360"/>
            <a:ext cx="3291840" cy="3291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737360"/>
            <a:ext cx="329184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556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LEADING NONPROFITS DO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12848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Milestone moments front and center (AARP, BBB.com national)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CEO personal brand integrated on homepage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Video testimonials from member businesses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AI chat widget trained on org services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Automated content syndication across channels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Personalized UX: consumer vs business visitor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Media coverage ticker or press wall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Event recaps drive post-event SEO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55FF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737360"/>
            <a:ext cx="3291840" cy="3291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1737360"/>
            <a:ext cx="3291840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7556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 GENOS AI BUILDS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212848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Centennial hero section with Navy Pier photography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Steve's Daily Herald columns auto-feed to local pages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Video highlights from media appearances embedded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AI chat for accreditation and complaint intake 24/7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Scam alert auto-syndication: email + social + press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Personalized entry path: consumer vs business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Member testimonial section with BBB reviews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• </a:t>
            </a:r>
            <a:r>
              <a:rPr sz="1100">
                <a:solidFill>
                  <a:srgbClr val="C8D4EE"/>
                </a:solidFill>
              </a:rPr>
              <a:t>Mobile-first, modern premium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30368"/>
            <a:ext cx="11183112" cy="117043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WHY IT MATTERS: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C518"/>
                </a:solidFill>
              </a:rPr>
              <a:t>94%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6875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of first impressions
are design-related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C518"/>
                </a:solidFill>
              </a:rPr>
              <a:t>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6875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of B2B buyers judge
credibility by 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C518"/>
                </a:solidFill>
              </a:rPr>
              <a:t>3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6875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before a visitor decides
to stay or leave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C518"/>
                </a:solidFill>
              </a:rPr>
              <a:t>200%+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6875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increase in conversions
with personalized 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AI AUTOMATION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If Scammers Use AI, BBB Should Too.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4884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00784"/>
            <a:ext cx="214884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19293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Complaint Triage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192938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Route incoming complaints automatically by category (contractor, retail, financial, online), flag emerging fraud patterns before they hit the news cycle, and send instant intake acknowledgments. Your team reviews decisions - not incoming queues.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645920"/>
            <a:ext cx="2148840" cy="54864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9776" y="1700784"/>
            <a:ext cx="214884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4" y="1810512"/>
            <a:ext cx="19293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</a:rPr>
              <a:t>Accreditation Processing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423160"/>
            <a:ext cx="192938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Automate application status updates, document requests, and follow-up sequences for businesses in the accreditation pipeline. Every day a business waits is a day they reconsider. Keep them warm and moving.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6632" y="1645920"/>
            <a:ext cx="21488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6632" y="1700784"/>
            <a:ext cx="214884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810512"/>
            <a:ext cx="19293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Scam Alert Auto-Syndication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23160"/>
            <a:ext cx="192938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Steve writes the Daily Herald column. AI handles the rest: email blast to accredited businesses, LinkedIn post, Twitter/X thread, press release draft, and SEO page update - all triggered from one publication. Zero extra staff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3488" y="1645920"/>
            <a:ext cx="214884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33488" y="1700784"/>
            <a:ext cx="214884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6" y="1810512"/>
            <a:ext cx="19293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5FF"/>
                </a:solidFill>
              </a:rPr>
              <a:t>Member Renewal Sequences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2423160"/>
            <a:ext cx="192938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9,000 accredited businesses segmented by industry, tenure, and engagement. Renewal outreach personalized to each segment - contractors get different messaging than financial services firms. Automated, scheduled, measurable.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0344" y="1645920"/>
            <a:ext cx="214884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10344" y="1700784"/>
            <a:ext cx="214884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1810512"/>
            <a:ext cx="19293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AI Chat - 24/7 Intake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423160"/>
            <a:ext cx="192938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 chat widget trained on BBB Chicago's services, accreditation process, and common consumer questions. Captures business accreditation inquiries and consumer complaint intake at midnight on a Sunday the same as 9am Monday.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126480"/>
            <a:ext cx="1118311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</a:rPr>
              <a:t>"With AI, the fraudsters are very convincing and effective." — Steve Bernas, Daily Herald, April 2026  |  BBB Chicago should use the same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WHAT THIS IS COSTING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Hidden Cost of Manual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" cy="6400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Manual triage delays = fraud patterns 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When complaints are triaged by hand, emerging scam patterns take weeks to surface. AI spots them in days - before they become a headline you're reacting to instead of leading.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54864" cy="6400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Non-personalized renewals = silent lapse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Accredited businesses that don't renew rarely call to say goodbye. They just don't renew. Personalized renewal sequences by industry and tenure reduce this quietly and measurably.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54864" cy="6400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chat = accreditation inquiries lost after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A contractor researching BBB accreditation at 10pm on a Tuesday finds no way to engage. They either wait, forget, or decide it's not worth the effort. AI chat recovers every one of those conversations.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34840"/>
            <a:ext cx="54864" cy="6400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Centennial moment not on local pages = wasted credibility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The Navy Pier centennial, Mayor Johnson, Lester Holt - this is the kind of social proof that converts skeptics into members. It happened two weeks ago and it's not visible on bbb.org/chicago. That's a recurring daily cost.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94960"/>
            <a:ext cx="54864" cy="6400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Scam alerts published manually = slow and inconsistent 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Steve writes the column. Someone else formats the email. Another person posts on social. It takes hours. Automation publishes across all channels in minutes - and reaches more people each time a new scam alert drops.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WHAT WE'D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Genos AI for BBB Chicago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bbb.org/chicago Rebuild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Centennial hero section front and center. Steve's Daily Herald column feed auto-updating. Media coverage wall (NBC, ABC, CBS). Personalized entry paths for business vs consumer visitors. Modern premium design that reflects 100 years, not 2008.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Complaint Triage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Automated intake acknowledgment, category routing, and fraud pattern flagging. Your team sees a prioritized queue with recommended actions, not a raw inbox. Emerging scam trends surface in days, not weeks.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Scam Alert Auto-Syndication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Steve publishes one piece. AI formats and distributes: email to accredited businesses, LinkedIn, Twitter/X, press release, and SEO page update - all triggered automatically. One click, eight channels.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3484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Member Renewal 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9,000 businesses segmented by industry, years as member, and engagement. Automated renewal outreach starts 90 days out, with personalized messaging by segment. Lapse rate goes down without adding headcount.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9496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Chat - Accreditation + Complaint Intake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Widget trained on BBB Chicago's full service offering. Captures accreditation interest and complaint intake 24/7. Routes to the right staff queue. No inquiry left waiting until Monday morning.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90-DAY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Changes in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356616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8249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MONTH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29968"/>
            <a:ext cx="356616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5C518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AI chat live - capturing accreditation inquiries and complaint intake 24/7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5C518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Complaint triage AI deployed - queue organized, patterns flagging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5C518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Scam alert auto-syndication live - Steve's next column goes to 8 channels automatically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F5C518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bbb.org/chicago rebuild begins - centennial content and design in progress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645920"/>
            <a:ext cx="3566160" cy="38404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68249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MONTH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2029968"/>
            <a:ext cx="356616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214884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New Chicago pages live - centennial hero, Steve's media coverage, personalized UX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Accreditation processing automation active - applicants stay warm through the queue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Member renewal sequences running - 90-day pre-renewal outreach by segment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First automated scam alert campaign performance data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4424" y="1645920"/>
            <a:ext cx="3566160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5864" y="168249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MONTH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4424" y="2029968"/>
            <a:ext cx="356616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4" y="214884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Renewal velocity measurably up across key industry segments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Complaint resolution time down - triage AI routing vs. manual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Centennial content driving local SEO - Navy Pier coverage still ranking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• </a:t>
            </a:r>
            <a:r>
              <a:rPr sz="1200">
                <a:solidFill>
                  <a:srgbClr val="C8D4EE"/>
                </a:solidFill>
              </a:rPr>
              <a:t>AI chat converting after-hours accreditation inquiries to active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Let's Talk for
15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22860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No pitch deck required on your end. Just reply to the email
or book a call at the link below.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F5C518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Reply to this email and we'll set up a time</a:t>
            </a:r>
          </a:p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F5C518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Book directly: www.genosai.tech/call</a:t>
            </a:r>
          </a:p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F5C518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We'll walk through the audit findings in 15 minutes</a:t>
            </a:r>
          </a:p>
          <a:p>
            <a:pPr algn="l"/>
            <a:r>
              <a:rPr sz="1200"/>
              <a:t>  </a:t>
            </a:r>
            <a:r>
              <a:rPr sz="1200" b="1">
                <a:solidFill>
                  <a:srgbClr val="F5C518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You decide what, if anything, makes sense to move 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6858000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Rohan Malik  |  CEO, Genos AI  |  hello@genosai.tech  |  +91 638-714-2699  |  www.genosai.tech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548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WHAT WE BUILT FOR
BBB CHICAGO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463040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5087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5087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Centennial redesign - modern, premium, Steve's media integrated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267712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3134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Complaint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3134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Triage, routing, pattern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3072384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1181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Scam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1181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Auto-syndication pipeline - 1 click, 8 channels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3877056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9227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Renewals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9227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Personalized sequences for 9,000 accredited businesses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681728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7274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AI 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7274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24/7 accreditation + complaint intake widget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5486400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532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Accreditation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532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Application processing and follow-up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