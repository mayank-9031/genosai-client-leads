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KADEN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Strategic Review &amp; Digital Transformation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Current state of kaden-sa.com and digital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UX, performance, SEO and accessibility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Recommended improvements &amp; modern tech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AI Automation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Where AI can drive efficiency at Kaden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ROI, time savings and competitive advantage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Phased rollout plan across 12 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COMPANY DIGITAL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Kaden Investment – current digital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Industry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Real Estate Development &amp; Asset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225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Saudi Arabia (Riyadh, Jeddah &amp; key cities)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Established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2015 – Vision 2030 aligned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73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73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Mixed-Use | Logistics | Retail | Waterfront | Commercial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www.kaden-sa.com  (Squarespace, Arabic-first)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24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LinkedIn + Twitter/X – active company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CMS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00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Squarespace – limited customisation &amp; API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Responsive design; RTL Arabic + English versions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47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Mobile Page 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470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44 /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47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Google PageSpeed – below benchmark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22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Desktop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32257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69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PageSpeed Insights estimate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798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SEO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79806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58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98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Limited schema &amp; meta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2735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Accessibility (WCAG)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273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Partial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RTL + EN gaps; AA compliance needed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SSL /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490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CC71"/>
                </a:solidFill>
              </a:rPr>
              <a:t>✓ Active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Valid certificate in place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224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Bilingual Optimisation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24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Basic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Arabic primary; EN content incomplete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7000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AI / Chatbot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00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700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automated enquiry handling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175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Social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1755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Limited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175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live feed or post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WEBSITE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kaden-sa.com – identified gaps and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Mobile load &gt;4.5s (target &lt;2.5s)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Squarespace CDN slower than custom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Heavy image carousels not lazy-loaded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server-side rendering or caching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/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English navigation incomplete vs Arabic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advanced property search / filters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Investor portal links to SharePoint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CTA buttons lack visual hierarchy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Missing meta descriptions on 70%+ pages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structured data / schema markup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Bilingual hreflang tags absent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Blog/news content sparse – low domain authority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PDPL-compliant cookie consent banner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Contact form validation needs hardening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Missing security headers (CSP, HSTS)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Employee portal exposed via direct SharePoint URL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17920"/>
            <a:ext cx="114300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7278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Priority: Performance + bilingual SEO + PDPL compliance upgrades deliver fastest ROI on kaden-sa.com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WEB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Modernising kaden-sa.com for performance and global 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148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847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Next.js 15 (React) – SSR, bilingual (AR/EN)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04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Sanity.io – headless, API-first, RTL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Vercel + Cloudflare CDN (GCC edge nodes)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186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Algolia – Arabic-language property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758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Google Maps API + project geo-pins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React Hook Form + Zod + PDPL 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GA4 + Microsoft Clarity heatmaps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47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Azure AD B2C – investor &amp; tenant portal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3167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190195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Speed &amp; Core Web Vitals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Target 90+ PageSpeed. GCC-based CDN, WebP imagery, SSR caching, lazy-load carousels.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615184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52374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Bilingual (AR / EN) Excellence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7980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Full RTL + LTR parity. hreflang tags, bilingual sitemap, Arabic SEO keyword strategy.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28416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23697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Advanced Project &amp; Property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Faceted filters: location, type, size, status. Interactive map-based exploration.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041648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502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Investor &amp; Tenant Portal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24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Secure login via Azure AD: lease docs, unit reports, payment history, maintenance requests.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754880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66344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PDPL Cookie Consent &amp;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937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Saudi PDPL-compliant consent banner, CSP headers, secure form validation, HSTS.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546811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5376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Social &amp; Media Automation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5099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New project launches auto-shared to LinkedIn + X. News syndicated from headless CMS.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AI AUTOMATION 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AI delivers immediate value for Kaden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 Listings &amp;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Auto-generate bilingual (AR/EN) project descriptions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404872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AI-powered photo tagging &amp; virtual tour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8437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Dynamic unit availability updates from Excel/ERP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282696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Bulk listing import &amp; normalisation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Investor &amp; Client Communications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96596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chatbot (24/7 Arabic + English enquiries)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240487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Auto-draft lease renewal &amp; unit offers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8437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Maintenance ticket classification &amp; routing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28269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WhatsApp + email follow-up sequences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Intelligence &amp; Reporting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572000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Auto-scrape &amp; summarise Saudi real estate trends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010912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Weekly AI-generated Vision 2030 alignment reports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44982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Portfolio performance dashboards (live data)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888736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Predictive vacancy &amp; pricing alerts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Operations &amp; Administration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572000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Invoice processing &amp; AP automation (SAR)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5010912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Arabic contract review &amp; clause flagging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498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Meeting transcription → bilingual action items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888736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HR: CV screening &amp; onboarding in Arabic/EN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BENEFITS OF AI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Measurable impact across Kaden's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60–70%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Reduction in
repetitive admin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Faster project
listing publication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Lower cost per
client enquiry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Arabic + English
AI client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45720" cy="1508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Speed to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Listings live in minutes, not hours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writes bilingual descriptions from spec sheet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Photos auto-tagged and resized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Social post drafted &amp; scheduled automatically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45720" cy="1508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Cost 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Reduce staff time on data entry by &gt;50%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Lower translation and copywriting costs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Decrease marketing agency dependency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Scale output without scaling headcount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669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45720" cy="1508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Investor &amp; Client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Instant 24/7 responses via AI chatbot (AR/EN)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Personalised project recommendations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Automated viewing confirmations &amp; reminders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Proactive lease renewal outreach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669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617720"/>
            <a:ext cx="45720" cy="1508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Competitive Edge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AI-driven Saudi market intelligence reports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First-mover advantage in KSA prop-tech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Attract tech-savvy Vision 2030 investors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Data-driven portfolio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ROI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Projected returns from web + AI investment (SAR)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SAR)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Website Rebuild (Next.js + Sanity CMS)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80,000 – SAR 130,000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Bilingual (AR/EN) SEO &amp; PDPL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18,000 – SAR 32,000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AI Chatbot &amp; Automation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35,000 – SAR 60,000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Listing Automation &amp; AI Copywriting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004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20,000 – SAR 38,000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Investor / Tenant Portal (Azure 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30,000 – SAR 55,000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Training &amp; Change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14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10,000 – SAR 18,000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Ongoing monthly support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8,000 – SAR 14,000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TOTAL YEAR 1 (once-off + 12 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389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SAR 289,000 – SAR 501,000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Savings (SAR)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Admin time saved (FTE equivalent)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1.5–2 FTE/yr  ≈  SAR 180,000+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Reduced translation &amp; copywriting costs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~SAR 60,000 / 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743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Increased qualified investor enquiries (SEO)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+ 25–40% organic enquiries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Faster listing → lease / sale cycle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Est. −10 days vacancy per unit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Reduced call volume via AI chatbot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−30% inbound call 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Investor portal: reduced manual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SAR 40,000+ saved / year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526280"/>
            <a:ext cx="59436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6817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ESTIMATED YEAR 1 SAVINGS / UPSIDE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SAR 280,000 – SAR 500,000+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Breakeven estimated within 8–14 months  |  3-year NPV strongly positive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Phased 12-month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0370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Website audit &amp; bilingual SEO sprint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2666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PDPL cookie consent go-live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84962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chatbot MVP on kaden-sa.com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6725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Project auto-description pilot (AR/EN)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4–6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20370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 Next.js + Sanity CMS rebuild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02666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Algolia bilingual property 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84962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LinkedIn + X auto-posting setup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6725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Security headers &amp; PDPL hardening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7–9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220370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Investor / Tenant portal v1 (Azure AD)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02666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market intelligence reports (KSA)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384962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Invoice &amp; contract automation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67258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Staff training &amp; enablement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10–12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20370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Predictive analytics dashboard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302666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Advanced chatbot (Arabic fine-tuning)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96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ERP / SAP integration layer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67258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 audit, review &amp; 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</a:rPr>
              <a:t>Why Automate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Saudi Arabia's real estate sector is digitalising at speed. The window for first-mover advantage is open — but not for long.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Vision 2030 is accelerating digital 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The Saudi government is actively pushing prop-tech, smart cities, and digital infrastructure. Kaden can position as a flagship digital-first developer and attract premium investor attention.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Competitors are moving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535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Major KSA developers are investing in AI-powered portals and automated marketing. Early movers capture SEO authority, brand preference, and cost advantages that are very difficult to recover later.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75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Bilingual clients expect instant, personalised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96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Arabic and English-speaking investors expect immediate answers. An AI chatbot means Kaden is first to respond — always — without overtime pay or language barriers.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714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tools are now Gulf-market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Arabic-language LLMs (GPT-4o, Claude 3.5) have matured significantly. Enterprise-grade bilingual automation is now accessible and cost-effective for mid-size developers.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compounds in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41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Every automated interaction generates structured data. Over 12–24 months, Kaden builds a proprietary dataset for pricing, forecasting, and investor reporting that competitors cannot replicate.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audit to action — what happens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Stakeholder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Present findings to Kaden leadership. Agree priority areas and budget envelope. Sign off on Phase 1 scope.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Kick-Off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Provide CMS, hosting and analytics access. Assign internal champion. Finalise project charter &amp; NDA.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Sprint 1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PDPL fix, bilingual SEO and AI chatbot integration start simultaneously. Daily stand-ups (AR/EN).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Phase 1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Chatbot live on kaden-sa.com. SEO fixes deployed. First AI-generated bilingual project descriptions in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Ready to transform Kaden's digital presence?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486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5C518"/>
                </a:solidFill>
              </a:rPr>
              <a:t>www.kaden-sa.com  |  linkedin.com/company/kaden-investment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Building tomorrow's cities through digital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Kaden Investment  ·  www.kaden-sa.com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