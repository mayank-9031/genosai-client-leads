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0"/>
            <a:ext cx="1154887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SHALOM PARK ESTATE  |  IFT REALTY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 Development &amp;
AI Automation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015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C518"/>
                </a:solidFill>
              </a:rPr>
              <a:t>Strategic Review &amp; Digital Growth Roadmap  |  Lekki-Epe, Lagos, Nigeria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Prepared by: Genos Apollo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035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Company Digital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Current state of shalomparknigeria.com &amp; digital footprint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Website Audit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WordPress gaps: pricing, UX, SEO and compliance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32888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532888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Web Development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Buyer portal, diaspora features &amp; modern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532888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532888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AI Automation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WhatsApp, investor comms &amp; realtor programme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48456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48456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Benefits of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ROI, lead velocity and diaspora sales advantage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648456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648456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Implementation 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Phased rollout plan across 12 months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764024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764024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992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8554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Investment &amp; Next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239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Budget guidance and immediate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COMPANY DIGITAL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Shalom Park Estate – current digital footprint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Company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IFT Realty Ltd  (subsidiary of IFT Realty Dev. LLC, New York)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225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Oluremi Oshikanlu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980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Abijo, Ibeju Lekki, Lagos State — Lekki-Epe axis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735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Estate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273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25 acres — gated luxury community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749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2-bed condos · 4-bed · 5-bed semi/fully detached · serviced plots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245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Legal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224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Lagos State Governor's Consent · Approved layout · Megacity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001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Website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000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www.shalomparknigeria.com  (WordPress CMS)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7550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Social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755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Instagram · Facebook · LinkedIn · Twitter/X · YouTube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Key Digital Health Indicators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847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Custom 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18470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ECC71"/>
                </a:solidFill>
              </a:rPr>
              <a:t>✓ 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8470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shalomparknigeria.com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3225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Mobile Page Speed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32257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~48 /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3225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WordPress + image-heavy — est. slow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798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SEO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79806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~60 /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7980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Blog exists; diaspora keywords weak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2735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Property Pricing on Site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273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None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prices shown — kills conversions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749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Buyer / Investor Portal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7490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None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login or payment tracking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4224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Realtor Portal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224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Manual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Google Meet webinar — not scalable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47000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WhatsApp Integration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70001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Unknown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7000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visible click-to-chat on listings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51755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NDPR Compliance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17550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Partial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51755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visible cookie consent or 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WEBSITE AUDIT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shalomparknigeria.com – gaps limiting sales and investor conversions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WordPress with plugins — mobile load est. &gt;4s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Image-heavy property galleries not optimised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CDN confirmed for Nigerian edge delivery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lazy-loading detected on property photos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UX &amp; Conversion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Zero pricing on all property pages (5 listings)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Google Meet for realtors — low trust for luxury brand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virtual tour or 3D walkthrough embed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WhatsApp click-to-chat on property listings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SEO &amp; Content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Blog exists but diaspora keyword gaps (US/UK)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LocalBusiness or RealEstateListing schema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MREIF fund has no dedicated SEO landing page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Weak backlink profile vs. Lekki competitors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Trust &amp; Compliance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NDPR cookie consent or privacy policy visible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buyer portal or subscription tracker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404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Construction progress not visible to subscribers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USD pricing despite NY parent company focus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217920"/>
            <a:ext cx="1143000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27278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0F2E"/>
                </a:solidFill>
              </a:rPr>
              <a:t>Immediate Priority: Add pricing + WhatsApp CTAs + buyer portal — these three changes directly unlock stalled sales conversions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WEB DEVELOPMENT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From brochure website to a full buyer &amp; investor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1148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Recommended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262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847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Next.js 15 – SSR/SSG (replace WordPress)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04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262"/>
                </a:solidFill>
              </a:rPr>
              <a:t>CMS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304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Sanity.io – listings, blog, MREIF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262"/>
                </a:solidFill>
              </a:rPr>
              <a:t>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61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Vercel + Cloudflare CDN (Nigeria + US edge)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18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262"/>
                </a:solidFill>
              </a:rPr>
              <a:t>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186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Paystack (NGN) + Stripe (USD/diaspora)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75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262"/>
                </a:solidFill>
              </a:rPr>
              <a:t>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758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Auth0 – buyer &amp; realtor secure dashboards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262"/>
                </a:solidFill>
              </a:rPr>
              <a:t>WhatsApp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133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WhatsApp Business API – enquiry &amp;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90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262"/>
                </a:solidFill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590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GA4 + Hotjar — conversion funnel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47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262"/>
                </a:solidFill>
              </a:rPr>
              <a:t>Email CRM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047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Mailchimp / Brevo — diaspora nurture flows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1280160"/>
            <a:ext cx="70866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708660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1316736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Improvements &amp;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1901952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8105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Transparent Pricing (NGN + USD)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08483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Display all unit prices in both currencies on every property page. Diaspora buyers transact in USD — hiding prices loses them immediately.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2615184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52374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Buyer &amp; Subscriber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279806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Secure login: payment schedule tracker, construction milestone photos, document downloads, next-payment reminders — no more manual email chasing.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3328416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236976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Realtor Partner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351129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Replace Google Meet with a portal: realtor onboarding, lead assignment, commission tracker, marketing collateral downloads, and referral leaderboard.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4041648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950208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MREIF Investment Landing Page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42245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Dedicated SEO-optimised page: fund structure, projected returns (NGN + USD), minimum investment, application form, and MREIF FAQs.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4754880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66344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Virtual Tour &amp; 3D Walkthrough Embed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93776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Matterport or YouTube 3D embed on each unit page. Diaspora buyers sign contracts without visiting — virtual tours are non-negotiable for remote sales.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5468112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537667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NDPR Compliance &amp; Cookie Consent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565099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Nigeria Data Protection Regulation compliant consent banner, privacy policy, data request form, and secure storage for buyer personal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AI AUTOMATION 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Where AI drives sales, trust and operational scale for Shalom Park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WhatsApp Lead &amp; Sales Automation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65960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92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chatbot handles property enquiries 24/7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404872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317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Auto-send unit brochures + pricing on 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84378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7706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Qualify buyers: budget, timeline, unit preference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282696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2095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Book site visits or virtual tours via WhatsApp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Buyer &amp; Subscriber Communications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196596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1892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Monthly construction progress auto-updates (WA + email)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240487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3317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Payment due-date reminders with Paystack link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8437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7706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Personalised milestone messages (foundation, roofing)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28269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32095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Post-purchase welcome sequence &amp; handover pack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3192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31920"/>
            <a:ext cx="5669280" cy="41148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Realtor Programme Automation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572000"/>
            <a:ext cx="91440" cy="9144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4988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AI-guided realtor onboarding (replace Google Meet)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010912"/>
            <a:ext cx="91440" cy="9144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937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Auto-assign leads from web form to nearest realtor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5449824"/>
            <a:ext cx="91440" cy="9144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3766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Commission calculation &amp; payout notification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5888736"/>
            <a:ext cx="91440" cy="9144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8155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Weekly leaderboard + performance nudges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93192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3931920"/>
            <a:ext cx="5669280" cy="41148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Diaspora &amp; Investor Marketing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4572000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2" y="44988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AI-targeted email campaigns (US/UK Nigerian diaspora)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73952" y="5010912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4937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Instagram Reels auto-captioned from site milestones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73952" y="5449824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53766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MREIF fund: AI-generated quarterly investor reports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5888736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58155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Monitor Lekki competitors &amp; alert on pricing shifts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BENEFITS OF AI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Measurable impact across Shalom Park's sales and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WhatsApp property
enquiry coverage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Faster realtor
onboarding &amp; activation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Reduction in manual
buyer follow-up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32588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More diaspora leads
converted remotely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926080"/>
            <a:ext cx="5669280" cy="38404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45720" cy="1508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71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Sales Conversion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6499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Pricing visible = buyers self-qualify 24/7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WhatsApp bot books site visits while you sleep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Virtual tour links close diaspora deals remotely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Fewer unqualified enquiries wasting sales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92608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926080"/>
            <a:ext cx="5669280" cy="38404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926080"/>
            <a:ext cx="45720" cy="1508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71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Buyer Trust &amp; Retention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36499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Construction updates build confidence in developer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Payment reminders reduce subscription defaults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Milestone photos shared automatically to buyers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Post-sale care drives referrals and reviews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1772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617720"/>
            <a:ext cx="5669280" cy="384048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617720"/>
            <a:ext cx="45720" cy="1508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63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Realtor Programme 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05663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100+ realtors managed via portal, not WhatsApp groups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Auto-assigned leads = no dropped referrals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Transparent commissions increase realtor loyalty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Best performers identified and rewarded by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61772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617720"/>
            <a:ext cx="5669280" cy="384048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617720"/>
            <a:ext cx="45720" cy="1508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663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Diaspora &amp; Investor Edge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05663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USD pricing + Stripe unlocks North America buyers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AI investor reports build MREIF fund credibility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Nigerian diaspora is the #1 Lekki buyer segment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Automated comms close across time zones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ROI &amp;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Projected returns from web + AI investment (NGN / USD)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Indicative Investment (Year 1 – USD)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Website Rebuild (Next.js + Sanity CMS)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8288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$3,500 – $ 6,500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Buyer &amp; Realtor Portal (Auth0)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286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$2,000 – $ 4,000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WhatsApp Business API + AI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743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800 – $ 1,800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Paystack + Stripe Payment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2004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600 – $ 1,200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MREIF Landing Page + SEO Sprint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6576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500 – $ 1,000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NDPR Compliance &amp; Cookie Consent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1148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300 – $   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Ongoing monthly support (est.)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572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400 – $   700 /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30352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38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TOTAL YEAR 1 (once-off + 12 mo)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1389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CC71"/>
                </a:solidFill>
              </a:rPr>
              <a:t>$12,500 – $23,900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Returns &amp; Value Unlocked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1 extra 5-bed unit sold via diaspora SEO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$120K–$200K+ revenue (₦180M–₦300M)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Realtor programme: 20 more active realtors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+20 units referred / year potential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7432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Reduced buyer default via payment reminders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5–10% fewer subscription cancellations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Brochure → virtual tour → remote 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+30% diaspora conversion rate est.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657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Transparent MREIF page → fund inflows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₦50M–₦200M+ additional AUM potential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114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Staff time saved on manual follow-ups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15–20 hrs/week reclaimed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4526280"/>
            <a:ext cx="594360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6817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BREAKEVEN (fraction of one unit sale)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4681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CC71"/>
                </a:solidFill>
              </a:rPr>
              <a:t>Full Year 1 investment recovered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0F2E"/>
                </a:solidFill>
              </a:rPr>
              <a:t>Commission on ONE additional 5-bedroom unit closes the entire Year 1 investment — every unit after that is pure upside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Phased 12-month delivery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6400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</a:rPr>
              <a:t>Phase 1
Mon 1–2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20370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Add pricing to all property pages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02666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WhatsApp click-to-chat on all listings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84962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NDPR cookie consent + privacy 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6725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Google Search Console + GA4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1325880"/>
            <a:ext cx="2743200" cy="6400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
Mon 3–5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6432" y="220370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Next.js + Sanity CMS rebuild launch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56432" y="302666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Paystack (NGN) + Stripe (USD) live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84962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SEO: diaspora keywords + RealEstate schema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6432" y="467258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MREIF dedicated landing page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325880"/>
            <a:ext cx="2743200" cy="64008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
Mon 6–8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7940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2512" y="2203704"/>
            <a:ext cx="91440" cy="9144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Buyer portal: payments + milestone tracker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3026664"/>
            <a:ext cx="91440" cy="9144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Realtor dashboard replaces Google Meet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3849624"/>
            <a:ext cx="91440" cy="9144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WhatsApp AI bot for full enquiry flow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4672584"/>
            <a:ext cx="91440" cy="9144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Virtual tour embeds on all unit pages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1325880"/>
            <a:ext cx="274320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
Mon 9–12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08592" y="220370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9147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construction progress auto-updates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8592" y="302666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147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Diaspora email campaign automation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08592" y="384962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9147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MREIF investor quarterly report AI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8592" y="467258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Full audit, review &amp; optimise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</a:rPr>
              <a:t>Why Act —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Ibeju-Lekki is Nigeria's fastest-appreciating corridor. The developers who own digital now will own the buyer relationship for a decade.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Lekki-Epe is the hottest real estate corridor in West 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Dangote Refinery, the proposed Lekki International Airport, and the Lekki Free Trade Zone are driving land appreciation at 15–30% annually. Buyers are researching now — Shalom Park must be findable and closeable digitally before competitors dominate.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791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Hidden pricing is costing sales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5351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Every property page with no price forces a buyer to call or email. In 2026, most serious buyers — especially diaspora — move on immediately. Adding transparent NGN and USD pricing is the single highest-ROI change available at zero development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75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Nigerian diaspora market is $25B+ in annual remittances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962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With IFT Realty's New York roots, Shalom Park is uniquely positioned to capture diaspora buyers. But without USD pricing, Stripe integration, or virtual tours, the diaspora channel is effectively closed — leaving the highest-value segment untapped.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714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realtor programme is a flywheel — if it's automated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4573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Manual Google Meet onboarding cannot scale. A digital realtor portal with self-serve onboarding, lead assignment, and commission tracking can support 500+ active realtors — multiplying sales capacity without multiplying headcount.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67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Construction is underway — subscriber confidence needs feeding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4184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Buyers who have subscribed need consistent proof that their investment is safe and progressing. Automated WhatsApp milestone updates and portal photo galleries build the trust that generates referrals, top-up purchases, and 5-star reviews.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From audit to action — what happens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4320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2E"/>
                </a:solidFill>
              </a:rPr>
              <a:t>This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F0E2"/>
                </a:solidFill>
              </a:rPr>
              <a:t>Zero-Cost Quick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Add pricing to all property pages. Add WhatsApp click-to-chat on listings. These two changes alone will lift enquiry conversions immediately.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74320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</a:rPr>
              <a:t>Discovery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30-min session with Genos Apollo. Review findings with Oluremi &amp; team. Agree Phase 1 priorities and budget. Share brand assets and content.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743200" cy="411480"/>
          </a:xfrm>
          <a:prstGeom prst="rect">
            <a:avLst/>
          </a:prstGeom>
          <a:solidFill>
            <a:srgbClr val="009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3–5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262"/>
                </a:solidFill>
              </a:rPr>
              <a:t>Sprint 1 Builds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NDPR compliance, Paystack/Stripe integration, and SSR website rebuild start. WhatsApp Business API provisioned.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371600"/>
            <a:ext cx="27432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Platform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New site live with pricing, USD option, and WhatsApp bot. Realtor portal v1 active. MREIF page indexed by Google.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11430000" cy="10058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Ready to make Shalom Park Nigeria's most digitally advanced gated estate?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424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Contact Genos Apollo to schedule your discovery workshop.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486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5C518"/>
                </a:solidFill>
              </a:rPr>
              <a:t>www.shalomparknigeria.com  |  info@shalomparknigeria.com  |  +234 703 546 1661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0"/>
            <a:ext cx="1154887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C518"/>
                </a:solidFill>
              </a:rPr>
              <a:t>Paradise on the Lekki-Epe Axis — built for the world to discover.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Shalom Park Estate  ·  IFT Realty Ltd  ·  Abijo, Ibeju Lekki, Lagos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Prepared by Genos Apollo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