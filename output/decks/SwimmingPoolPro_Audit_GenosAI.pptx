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89720" y="1371600"/>
            <a:ext cx="2560320" cy="914400"/>
          </a:xfrm>
          <a:prstGeom prst="rect">
            <a:avLst/>
          </a:prstGeom>
          <a:solidFill>
            <a:srgbClr val="1A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9BBB"/>
                </a:solidFill>
              </a:rP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16642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9720" y="2468880"/>
            <a:ext cx="2560320" cy="68580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496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BBB"/>
                </a:solidFill>
              </a:rP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724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3291840"/>
            <a:ext cx="2560320" cy="6858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3319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BBB"/>
                </a:solidFill>
              </a:rPr>
              <a:t>CRITICAL 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4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SWIMMINGPOOLPRO.IN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Website &amp; AI Automation
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Aqua Technic  |  Hyderabad, Telangana  |  15+ Years  |  200+ Pools Built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1752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246120"/>
            <a:ext cx="209397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Contact Page CRASH</a:t>
            </a:r>
          </a:p>
        </p:txBody>
      </p:sp>
      <p:sp>
        <p:nvSpPr>
          <p:cNvPr id="20" name="Oval 19"/>
          <p:cNvSpPr/>
          <p:nvPr/>
        </p:nvSpPr>
        <p:spPr>
          <a:xfrm>
            <a:off x="3246120" y="3246120"/>
            <a:ext cx="1613916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Pricing Gated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3246120"/>
            <a:ext cx="161391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Nav Links 404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3657600"/>
            <a:ext cx="2189988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Brand Inconsistency</a:t>
            </a:r>
          </a:p>
        </p:txBody>
      </p:sp>
      <p:sp>
        <p:nvSpPr>
          <p:cNvPr id="23" name="Oval 22"/>
          <p:cNvSpPr/>
          <p:nvPr/>
        </p:nvSpPr>
        <p:spPr>
          <a:xfrm>
            <a:off x="3246120" y="3657600"/>
            <a:ext cx="2189988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 AI Qualification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5989320" y="3657600"/>
            <a:ext cx="2478024" cy="27432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Static WhatsApp Widget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New React SPA launched Jan 2026. Modern stack. Critical pages broken at launch.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COMPANY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Aqua Technic / swimmingpoolpro.in is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394960" cy="4937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Company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Brand: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Aqua Technic (also uses 'PoolCraft' in blog)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Website: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swimmingpoolpro.in — new React SPA, 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Location: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303 Surbhai Plaza, Lakdikapul, Hyderabad - 500004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Phone 1: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017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+91 93913 55379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Phone 2: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29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+91 93911 11962  (24/7 emergency)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40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Office: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040-23220724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Email: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251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info@swimmingpoolpro.in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Hours: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Mon–Fri 10:30am–5pm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Track: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074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15+ Years | 200+ Pools | Licensed &amp; Insured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Coverage: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Telangana, AP, MP, Chhattisgarh, WB, Karnataka, TN, Maharashtra, Kerala, Delhi NCR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234440"/>
            <a:ext cx="5669280" cy="2331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Services Offered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Infinity Edge, Architectural, Luxury, Therapeutic Pools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Natural &amp; Tropical Designs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Prefabricated FRP / Fiberglass Pools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Outdoor Living &amp; Landscaping Integration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Water Features — waterfalls, deck jets, fire &amp; water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Airport / Transit Hub commercial pools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Equipment, Automation, Maintenance &amp; Renovation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749039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8679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</a:rPr>
              <a:t>Website Tech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297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React SPA (Vite build — assets/vendor-DHGJfO9S.js)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Client-side routing (React Router)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WhatsApp chat widget present (static link)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Newsletter subscription form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Blog: 9 posts, good SEO content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Google Business Profile linked in footer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Financing calculator page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WHAT'S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Strong foundations — modernised from aquatechnic.co.in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64008" cy="155448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" y="1371600"/>
            <a:ext cx="749808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WhatsApp Chat 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8308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Widget present on every page — 'Need help with your pool project? Chat with us on WhatsApp.' Correct for India market. Missing: AI qualification behind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8016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280160"/>
            <a:ext cx="64008" cy="1554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1371600"/>
            <a:ext cx="749808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137160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Active Blog — 9 Posts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78308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Strong SEO content: 'FRP Fibreglass Pools Hyderabad 2026', 'Swimming Pool Installation Cost Hyderabad 2026', maintenance guides, buyer guides. Active since Dec 2025.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7180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971800"/>
            <a:ext cx="64008" cy="155448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3063240"/>
            <a:ext cx="749808" cy="27432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6324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Financing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47472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Detailed financing calculator: Standard (8.5% APR), Home Equity, 0% promo. Example monthly payments shown in INR. Approval process explained. Strong trust builder.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297180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2971800"/>
            <a:ext cx="64008" cy="1554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3063240"/>
            <a:ext cx="749808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06324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Multiple CTAs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47472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Request Free Consultation, Get a Free Quote, Book Consultation — present throughout. Right density for high-ticket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6344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663440"/>
            <a:ext cx="64008" cy="1554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6072" y="4754880"/>
            <a:ext cx="749808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548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Pool Type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7 pool types clearly categorised: Infinity, Architectural, FRP, Therapeutic, Natural, Luxury, Outdoor Living. Helps prospects self-identify.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66344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663440"/>
            <a:ext cx="64008" cy="155448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5664" y="4754880"/>
            <a:ext cx="749808" cy="274320"/>
          </a:xfrm>
          <a:prstGeom prst="ellipse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47548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Geographic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Explicit coverage map: Telangana (33 districts), AP, MP, Chhattisgarh, WB, and major metro cities. Builds confidence in large-scale operations.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CRITICAL BUGS — FIX IMMEDIATELY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32004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broken pages losing prospects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1365992" cy="150876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73152" cy="1508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BUG 1 — 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Contact Page completely crashes — white screen + JS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AAAA"/>
                </a:solidFill>
              </a:rPr>
              <a:t>Error: "ReferenceError: ArrowRight is not defined" in contact-B3CnmZCx.js:319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128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Impact: Every visitor who clicks Contact sees a blank crash page. Zero conversions from this page.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1572768"/>
            <a:ext cx="3342132" cy="274320"/>
          </a:xfrm>
          <a:prstGeom prst="ellipse">
            <a:avLst/>
          </a:prstGeom>
          <a:solidFill>
            <a:srgbClr val="4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URL: swimmingpoolpro.in/contact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80360"/>
            <a:ext cx="5486400" cy="1417320"/>
          </a:xfrm>
          <a:prstGeom prst="rect">
            <a:avLst/>
          </a:prstGeom>
          <a:solidFill>
            <a:srgbClr val="1A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803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BUG 2 —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18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/commercial → 404 Not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935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Nav link 'Commercial' prominently in header. Clicks go to 404. Hotel/resort clients lost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880360"/>
            <a:ext cx="5605272" cy="1417320"/>
          </a:xfrm>
          <a:prstGeom prst="rect">
            <a:avLst/>
          </a:prstGeom>
          <a:solidFill>
            <a:srgbClr val="1A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BUG 3 —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186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/residential → 404 Not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9359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Nav link 'Residential' also 404. Homeowner prospects click and bounce with no content.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34840"/>
            <a:ext cx="11365992" cy="1463040"/>
          </a:xfrm>
          <a:prstGeom prst="rect">
            <a:avLst/>
          </a:prstGeom>
          <a:solidFill>
            <a:srgbClr val="12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434840"/>
            <a:ext cx="73152" cy="1463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BUG 4 — CREDIBILITY DAMAGE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73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Blog uses two brand names — 'Aqua Technic Team' and 'PoolCraft Team' as authors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66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Jan/Feb 2026 blog posts signed 'PoolCraft Team'. Dec 2025 posts signed 'Aqua Technic Team'. Prospect researching the company sees two different brand names — immediate trust damage.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CONVERSION KILLER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2860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Pricing hidden behind a signup 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486400" cy="4937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What a prospect sees at /pricing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828800"/>
            <a:ext cx="5120640" cy="3291840"/>
          </a:xfrm>
          <a:prstGeom prst="ellipse">
            <a:avLst/>
          </a:prstGeom>
          <a:solidFill>
            <a:srgbClr val="1420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52400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</a:rPr>
              <a:t>Create Account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Sign up to view our pricing and packages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First Name ___________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Last Name ___________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Email _______________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Phone (Optional) 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Password ____________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[ Create Account ]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8A9BBB"/>
                </a:solidFill>
              </a:rPr>
              <a:t>Already have an account? Sign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05272" cy="4937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533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Why this is a serious conversion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257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Pool buyer's #1 question: 'How much does this cost?' — they hit a login wall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Competitor with transparent pricing wins the comparison immediately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Account creation = commitment signal — most visitors won't create an account just to see prices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Pricing is already on homepage (₹40L / ₹65L / ₹1Cr examples in financing section) — inconsistency creates distrust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B2C luxury buyer expects transparency, not a sales funnel gate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Pricing is mentioned in blog posts as 'from ₹38L' — so it's not secret anyway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Sign Up gate creates perception that company is hiding something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12188952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Fix: Replace signup gate with transparent pricing tiers OR an AI cost estimator that captures email AFTER showing estimate.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D366"/>
                </a:solidFill>
              </a:rPr>
              <a:t>WHATSAPP — PRESENT BUT PASSIVE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743200" cy="36576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Widget exists. AI qualification doesn't.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394960" cy="470916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5394960" cy="384048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Current — Static WhatsApp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Button present: 'Need help with your pool project?'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Opens WhatsApp with blank chat to company number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Prospect has to type their own question from scratch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Response depends on who reads WhatsApp and when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No qualification — no idea if prospect is homeowner, hotel, budget range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No automated response if team is offline or busy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No follow-up if prospect doesn't reply after first message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All conversation data lost — no CRM logging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5696712" cy="4709160"/>
          </a:xfrm>
          <a:prstGeom prst="rect">
            <a:avLst/>
          </a:prstGeom>
          <a:solidFill>
            <a:srgbClr val="04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234440"/>
            <a:ext cx="5696712" cy="384048"/>
          </a:xfrm>
          <a:prstGeom prst="rect">
            <a:avLst/>
          </a:prstGeom>
          <a:solidFill>
            <a:srgbClr val="104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234440"/>
            <a:ext cx="5696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With Genos AI — Intelligent WhatsApp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5349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Visitor clicks — automated greeting + qualification starts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'Are you looking for a residential or commercial pool?'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'What is your approximate budget? Under ₹40L / ₹40–80L / ₹80L+'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'Which city? We cover Hyderabad, AP, Telangana and 10+ states'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'When are you looking to build? 3 months / 6 months / exploring'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Agent answers pricing, pool type, and FRP vs concrete questions 24/7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Hot leads (clear budget + timeline) → auto-books site visit call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All lead data → CRM automatically — name, project type, budget, timeline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Weekend + night coverage — no missed inquiries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AUTOMATION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0116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Revenue leaking at 5 points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64008" cy="15727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No Lead Qualification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Consultation requests captured with zero context — no pool type, no budget, no timeline. Sales team goes in blind.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671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AI chatbot qualifies before booking: pool type, budget, location, timeline → pre-qualified lead card in CRM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3444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234440"/>
            <a:ext cx="64008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307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No Follow-up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1645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Visitor submits quote request → goes silent → no automated Day 1/3/7 follow-up. Forgotten lead.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671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Automated WhatsApp/email nurture: Day 1 'Here are 3 pools similar to what you described', Day 3 financing info, Day 7 soft close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7180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971800"/>
            <a:ext cx="64008" cy="157276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0449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No AI Cost 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383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'How much does a pool cost?' is the #1 question. Answer is locked behind a signup 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044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Free instant estimator: pool type → size → finish → location → ballpark range shown. Email captured after estimate.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297180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2971800"/>
            <a:ext cx="64008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0449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No Testimonials / Social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383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200+ pools built. Homepage shows portfolio images only — no client names, no reviews, no star ratings.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9044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Post-project WhatsApp review request sequence. Best reviews auto-embedded on homepage.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475488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0128" y="4754880"/>
            <a:ext cx="64008" cy="15727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8280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No AMC / Maintenance 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1663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Post-construction client relationship drops off. No automated maintenance reminders.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68756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AMC onboarding: post-handover WhatsApp sequence offers annual maintenance package with WhatsApp scheduling.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ABOUT GENOS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8288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We build AI automation for construction &amp; service businesses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43200" cy="73152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D36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WhatsApp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Qualifies leads 24/7, answers pricing and product questions, books site visits automatically — responds in minutes, not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743200" cy="7315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8E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Lead Qualification
&amp; Nurture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Multi-step sequences that warm cold prospects: Day 1/3/7 follow-ups, portfolio sharing, financing prompts — all automated.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Cost Estimator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Instant ballpark quote tool that captures email before showing estimate. Converts the #1 question into a qualified lead.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417320"/>
            <a:ext cx="27432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AMC &amp; Maintenance
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Post-construction client retention: AMC onboarding, renewal reminders (30/7/1 day), service scheduling via WhatsApp.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709160"/>
            <a:ext cx="12188952" cy="1371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8EFF"/>
                </a:solidFill>
              </a:rPr>
              <a:t>2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Typical go-live
from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79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D366"/>
                </a:solidFill>
              </a:rPr>
              <a:t>24/7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79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Automated
response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</a:rPr>
              <a:t>3-5x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Lead conversion
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AA"/>
                </a:solidFill>
              </a:rPr>
              <a:t>India-first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WhatsApp-native
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B"/>
                </a:solidFill>
              </a:rPr>
              <a:t>Rohan Malik, CEO  |  hello@genosai.tech  |  www.genosai.tech  |  +91 638-714-2699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7432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to fix and in what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657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365760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WEEK 1
Immediate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Fix /contact page JS crash (import ArrowRight from lucide-react or swap icon)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Build /commercial and /residential pages (currently 404 — nav is live)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Remove signup gate from /pricing — show transparent tiers or redirect to estimator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Fix blog brand names — standardise all author fields to 'Aqua Technic Team'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234440"/>
            <a:ext cx="3657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234440"/>
            <a:ext cx="3657600" cy="50292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WEEK 2
AI Lead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Deploy Genos AI WhatsApp agent trained on pool types, pricing, FRP vs concrete, service areas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Qualification flow: pool type → budget → location → timeline → site visit booking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Day 1/3/7 automated follow-up for consultation form submissions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Free pool cost estimator live on homepage with email gate before showing estimate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8744" y="1234440"/>
            <a:ext cx="3657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1234440"/>
            <a:ext cx="3657600" cy="5029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MONTH 2
Growth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Customer review collection: WhatsApp request at project completion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Best reviews embedded on homepage and service pages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AMC onboarding sequence for all post-construction handovers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Blog SEO: target 'swimming pool cost Hyderabad', 'FRP pool price India', 'pool builder near me'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49808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Swimmingpoolpro.in has
a solid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Modern design, active blog, WhatsApp widget, financing page — all real strengths. But 4 broken pages are losing prospects today, pricing friction is cutting conversions, and the WhatsApp widget is passive when it could be qualifying and booking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7180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we fix together: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Contact crash, 404 nav links, pricing gate, brand confusion — Week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87368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59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WhatsApp AI agent qualifying leads 24/7 — Week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62856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354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6285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Cost estimator + automated follow-up sequence — Week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38344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10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3834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Review automation + AMC sequence — Month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371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Let's talk.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15 minutes to walk through
the audit and show you
how the WhatsApp agent works.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4612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474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5D366"/>
                </a:solidFill>
              </a:rPr>
              <a:t>+91 638-714-2699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F8EFF"/>
                </a:solidFill>
              </a:rPr>
              <a:t>hello@genosai.tech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AA"/>
                </a:solidFill>
              </a:rPr>
              <a:t>www.genosai.tech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4937760"/>
            <a:ext cx="292608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9560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Rohan Malik — CEO, Genos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Prepared by Genos AI  |  hello@genosai.tech  |  www.genosai.tech  |  +91 638-714-2699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