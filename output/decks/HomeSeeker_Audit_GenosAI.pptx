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B6E"/>
                </a:solidFill>
                <a:latin typeface="Satoshi"/>
              </a:rPr>
              <a:t>PREPARED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502920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FFFFFF"/>
                </a:solidFill>
                <a:latin typeface="Instrument Serif"/>
              </a:rPr>
              <a:t>HOME SEEKERS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D9D9F"/>
                </a:solidFill>
                <a:latin typeface="Satoshi"/>
              </a:rPr>
              <a:t>Fixed-Fee Real Estate Platform  ·  South Africa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375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E"/>
                </a:solidFill>
                <a:latin typeface="Satoshi"/>
              </a:rPr>
              <a:t>Pretoria  ·  Gauteng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49039"/>
            <a:ext cx="502920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9319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AI AUTOMATION  &amp;  GROWTH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9768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868A"/>
                </a:solidFill>
                <a:latin typeface="Satoshi"/>
              </a:rPr>
              <a:t>An intelligent automation layer for Home Seekers —</a:t>
            </a:r>
          </a:p>
          <a:p>
            <a:pPr algn="l"/>
            <a:r>
              <a:rPr sz="1300" b="0">
                <a:solidFill>
                  <a:srgbClr val="86868A"/>
                </a:solidFill>
                <a:latin typeface="Satoshi"/>
              </a:rPr>
              <a:t>built to capture buyer inquiries 24/7, qualify leads</a:t>
            </a:r>
          </a:p>
          <a:p>
            <a:pPr algn="l"/>
            <a:r>
              <a:rPr sz="1300" b="0">
                <a:solidFill>
                  <a:srgbClr val="86868A"/>
                </a:solidFill>
                <a:latin typeface="Satoshi"/>
              </a:rPr>
              <a:t>automatically, and scale agent productivity without</a:t>
            </a:r>
          </a:p>
          <a:p>
            <a:pPr algn="l"/>
            <a:r>
              <a:rPr sz="1300" b="0">
                <a:solidFill>
                  <a:srgbClr val="86868A"/>
                </a:solidFill>
                <a:latin typeface="Satoshi"/>
              </a:rPr>
              <a:t>adding headcount.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097280"/>
            <a:ext cx="3273552" cy="2286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371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PREPARED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7190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Instrument Serif"/>
              </a:rPr>
              <a:t>GenosAI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0312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Rohan Malik  ·  Founder &amp; CEO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42316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hello@genosai.tech  ·  www.genosai.tech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263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Instrument Serif"/>
              </a:rPr>
              <a:t>GenosAI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62910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7"/>
                </a:solidFill>
                <a:latin typeface="Satoshi"/>
              </a:rPr>
              <a:t>v1.0  ·  2026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HOME SEEKERS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01  ·  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Home Seekers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WHERE THE BRAND STANDS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Instrument Serif"/>
              </a:rPr>
              <a:t>Current Digital Presence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Home Seekers' platform proposition is strong — the model is differentiated, production is real. The gap is entirely on the lead infrastructure: inquiries arriving after hours go unanswered until someone manually follows 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7860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743200"/>
            <a:ext cx="5029200" cy="333756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88036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WHAT'S ALREADY STRONG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4612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246120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Platform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93008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Agents keep 100% commission — differentiated from every franchise in SA.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0448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904488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Active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151376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Rode Potgieter: 8 deals, R11.44M in a single month.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56285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562856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416+ active listings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809744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Strong traction for a platform launched in 2025.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22122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21224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Family-driven leadership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468112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Thomas &amp; Rode Potgieter — 23+ combined years in SA real estate.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2743200"/>
            <a:ext cx="5029200" cy="333756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88036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  <a:latin typeface="Satoshi"/>
              </a:rPr>
              <a:t>ROOM TO ELEVATE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24612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246120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No WhatsApp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493008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Buyer inquiries sit unanswered while agents are at viewings.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90448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904488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No lead routing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4151376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No automated routing from Property24 to the right agent.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56285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562856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No viewing scheduler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809744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Booking a site visit requires manual coordination.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22122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221224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No FICA automation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5468112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Agents chase compliance documents instead of closing deals.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HOME SEEKERS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02  · 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Home Seekers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Instrument Serif"/>
              </a:rPr>
              <a:t>An AI Automation Layer
for Home Seekers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06040"/>
            <a:ext cx="6858000" cy="1143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249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A78BFA"/>
                </a:solidFill>
                <a:latin typeface="Instrument Serif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61488"/>
            <a:ext cx="5943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Instrument Serif"/>
              </a:rPr>
              <a:t>We’re not building another chatbot. We’re building the automated infrastructure that makes every agent on your platform more productive than a franchise agent next door.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77639"/>
            <a:ext cx="2560320" cy="242316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strument Serif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24/7 lead
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85232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Every buyer inquiry answered instantly, on WhatsApp.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977639"/>
            <a:ext cx="2560320" cy="242316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41605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strument Serif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6177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Intelligent
qualification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5285232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Budget, area, type, timeline captured before agent contact.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3977639"/>
            <a:ext cx="2560320" cy="242316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1605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strument Serif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6177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Platform
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285232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Automated FICA collection removes admin from agent workflows.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3977639"/>
            <a:ext cx="2560320" cy="242316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41605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strument Serif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46177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Agent
recruitment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5285232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Automated intake and nurture at agents.homeseeker.co.za.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HOME SEEKERS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03  ·  AUTOMATION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Home Seekers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WHAT THE AUTOMATION LAYER BRINGS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Five AI Systems for Home Seekers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WhatsApp AI Buyer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050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24/7 buyer inquiry response.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1772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E"/>
                </a:solidFill>
                <a:latin typeface="Satoshi"/>
              </a:rPr>
              <a:t>FEATURE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98648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27248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27248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Lead Routing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81528" y="40050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Property24 to right agent, automatically.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81528" y="461772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E"/>
                </a:solidFill>
                <a:latin typeface="Satoshi"/>
              </a:rPr>
              <a:t>FEATURE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11496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0096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0096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94376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FICA Collection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94376" y="40050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Compliance docs — no manual chasing.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461772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E"/>
                </a:solidFill>
                <a:latin typeface="Satoshi"/>
              </a:rPr>
              <a:t>FEATURE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24344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52944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07224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Agent Recruitment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07224" y="40050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Screening and onboarding automation.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07224" y="461772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E"/>
                </a:solidFill>
                <a:latin typeface="Satoshi"/>
              </a:rPr>
              <a:t>FEATURE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37192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65792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65792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0072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Buyer Nurture 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0072" y="40050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Re-engage cold leads, book more viewings.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461772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E"/>
                </a:solidFill>
                <a:latin typeface="Satoshi"/>
              </a:rPr>
              <a:t>FEATURE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HOME SEEKERS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03A  ·  WHATSAPP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Home Seekers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WhatsApp AI Buyer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6868A"/>
                </a:solidFill>
                <a:latin typeface="Satoshi"/>
              </a:rPr>
              <a:t>Responds in seconds. Qualifies in minutes. Books viewings without the agent being online.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14600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24/7 instant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900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No inquiry goes unanswered — ever, including Sundays at 9pm.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0156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0156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Buyer pre-qualification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4845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Budget, area, property type, timeline captured before agent contact.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5993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05993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Viewing booking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30682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AI books the slot directly — no manual back-and-forth.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1830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71830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Lead routing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9651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Qualified leads routed to the right agent by area and type.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7667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37667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Portal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6235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Works with Property24, Private Property, and homeseeker.co.za.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03504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603504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WhatsApp-native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62819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The channel SA buyers already use — no app download.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2743200"/>
            <a:ext cx="4572000" cy="338328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29260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BUYER  ·  QUALIFICATION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2918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Instrument Serif"/>
              </a:rPr>
              <a:t>From inquiry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73075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strument Serif"/>
              </a:rPr>
              <a:t>to booked viewing.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5720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E"/>
                </a:solidFill>
                <a:latin typeface="Satoshi"/>
              </a:rPr>
              <a:t>LISTINGS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8646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Instrument Serif"/>
              </a:rPr>
              <a:t>416+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7072" y="45720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E"/>
                </a:solidFill>
                <a:latin typeface="Satoshi"/>
              </a:rPr>
              <a:t>COMMISSION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7072" y="48646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Instrument Serif"/>
              </a:rP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21824" y="45720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E"/>
                </a:solidFill>
                <a:latin typeface="Satoshi"/>
              </a:rPr>
              <a:t>FOUNDED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21824" y="48646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Instrument Serif"/>
              </a:rPr>
              <a:t>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HOME SEEKERS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03B / 03C  ·  ROUTING &amp; 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Home Seekers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Lead Routing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Every inquiry goes to the right agent — automatically.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Residential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243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For-sale inquiries routed to area specialists.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3580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3580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Commercial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8269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Office and retail leases to commercial agents.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9417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9417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Rental / To-Let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4106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To-let inquiries to rental-specialist agents.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5254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5254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Farm &amp; Land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5994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Niche types routed to the right specialist.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1091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1091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Missed Lead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578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Unanswered inquiries re-routed after 30 min.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" y="5806439"/>
            <a:ext cx="411480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7150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EACH ROUTED LEAD INCLUDES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601675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Lead source  ·  Property interest  ·  Budget  ·  Timeline  ·  WhatsApp thread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2698" y="777240"/>
            <a:ext cx="1270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FICA &amp; Compliance Collection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187451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The biggest time-drain for agents — automated end-to-end.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37744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237744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Saves 3-5 hours per deal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6243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No more chasing the same document four times.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03580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03580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Zero manual follow-up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2826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Reminders at 24h, 48h, 72h — agents never touch it.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69417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694176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Compliance confidence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394106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Buyers understand exactly what's needed and why.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35254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435254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Agent satisfaction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45994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Less admin, more deals — agents stay on the platform.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501091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50109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Full audit trail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52578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Every request logged with timestamps.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HOME SEEKERS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03D / 03E  ·  RECRUITMENT &amp; NURTURE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Home Seekers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Agent Recruitment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agents.homeseeker.co.za — AI intake, screening, and scheduling.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Automated application intake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243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Every applicant enters an AI flow — no manual reading.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3580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3580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Qualifying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8269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AI asks: volume, areas, current agency, why switching.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9417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9417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Intro call scheduling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4106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Qualified applicants book a call directly in WhatsApp.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5254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5254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Nurture for undecideds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5994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3-touch sequence for candidates who don't book immediately.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1091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1091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Handover to Thomas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578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Qualified leads land as clean summaries on your dashboard.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Buyer Nurture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87451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Most inquiries don't convert first contact. Automated re-engagement changes that.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37744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37744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Re-engagement after 48h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6243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Non-converting buyers get a follow-up with a new matching listing.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03580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03580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Price drop alerts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2826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When an inquired listing drops in price, buyer is notified.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69417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694176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New listing matching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94106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New listings matching buyer criteria trigger a WhatsApp alert.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435254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35254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Viewing reschedule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5994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No-show buyers are automatically offered a new slot.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01091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50109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Post-viewing follow-up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2578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AI asks for feedback and offer intent after each viewing.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566928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66928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Post-sale review request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591616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Automated Google and Property24 review request at transfer date.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HOME SEEKERS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04  ·  LEAD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Home Seekers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INQUIRY  →  BOOKED VIEWING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Automated Buyer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Same flow for every inquiry — but each buyer feels like they are the only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8716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Inquiry
Received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Property24 /
homeseeker.co.za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4248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75688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85416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5416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WhatsApp AI
Responds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5416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Under 60 seconds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65576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5304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5304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Qualification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5304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Budget, area, type,
timeline captured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4024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55464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65192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65192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Agent
Matched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5192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Right agent notified
instantly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3912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5352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Viewing
Booked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Confirmed in agent
calendar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44968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44968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FICA
Started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44968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Document collection
flow initiated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33688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25128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34856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4856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Nurture
Active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34856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Auto re-engagement
if buyer goes cold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23576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415016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24744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24744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Deal
Closed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24744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Agent logs outcome;
metrics updated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HOME SEEKERS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05  · 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Home Seekers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WHY THIS WORKS FOR HOME SEEKERS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What Changes After Launch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48716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69748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706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Zero missed inquiries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063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Every buyer gets an instant response — including Sundays at 9pm.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6616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6393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Faster deal cycles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31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Pre-qualified buyers book viewings the same day they inquire.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3484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5079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Agent satisfaction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00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Less admin, more deal flow — agents stay on the platform longer.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0352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3766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FICA on autopilot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6692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Document collection runs without agent involvement — every deal.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69748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27706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Recruitment on autopilot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063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Agent applications screened and nurtured 24/7.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56616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6576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6393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Platform differentiation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3931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AI infrastructure that franchise competitors can't replicate overnight.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443484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5079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Buyer re-engagement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4800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Cold leads reactivated automatically with matching new listings.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530352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5394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53766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Scales with your roster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56692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More agents and listings don't add manual overhead.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HOME SEEKERS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06  · 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Home Seekers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BEYOND THE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Future Scalability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The same automation infrastructure scales as Home Seekers expands into new areas and service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8716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80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Seller Lead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44368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Automate home valuation requests and seller onboarding.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5584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35584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Rental Management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02736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Tenant screening and lease renewal reminders — automated.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1421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014216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Agent Performance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6110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Real-time lead response times and conversion rates per agent.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7258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672584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Multi-city Expansion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91947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Same AI infrastructure across Johannesburg, Cape Town, Durban.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69748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697480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Market Report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944368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Automated monthly market updates to past buyers and sellers.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35584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35584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Multilingual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602736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English, Afrikaans, Zulu — meet clients in their preferred language.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01421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014216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Investor Lead Nurture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26110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Identify and nurture investment property buyers with a dedicated 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67258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672584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Developer Partnerships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91947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Off-plan lead capture and qualification for new development projects.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HOME SEEKERS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07  · 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Home Seekers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BUILT IN THREE CLEAN PHASES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Implementation Phases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Each phase ships visible value — no big-bang risk, no months of silence.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8716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743200"/>
            <a:ext cx="3474720" cy="3429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Satoshi"/>
              </a:rPr>
              <a:t>PHASE 01  ·  Week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WhatsApp AI Buyer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WhatsApp AI trained on HomeSeeker listings, areas, and pricing. Buyer inquiry intake, viewing booking, and agent notification live.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AI training on listings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9884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Buyer inquiry intake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7316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Viewing booking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4748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Property24 / Private Property routing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2743200"/>
            <a:ext cx="3474720" cy="3429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28803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Satoshi"/>
              </a:rPr>
              <a:t>PHASE 02  ·  Weeks 2-3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32004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FICA &amp; Lead Routing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3657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FICA document collection workflow and lead routing by area and property type activated.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422452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FICA document flow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49884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Compliance requirements mapping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77316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Document request 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504748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Agent area mapping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46136" y="2743200"/>
            <a:ext cx="3474720" cy="3429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28803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Satoshi"/>
              </a:rPr>
              <a:t>PHASE 03  ·  Weeks 4-5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32004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Nurture &amp; Recruitment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3657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Buyer nurture sequences and agent recruitment intake go live at agents.homeseeker.co.za.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4736" y="422452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Buyer nurture drip sequences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6" y="449884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New listing match alerts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4736" y="477316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Post-viewing follow-up 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504748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Agent recruitment intake 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WHO IS BEHIND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Instrument Serif"/>
              </a:rPr>
              <a:t>GenosAI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29968"/>
            <a:ext cx="5943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GenosAI builds AI automation systems for real estate platforms, agencies, and property developers. We specialise in WhatsApp AI, lead qualification flows, compliance automations, and recruitment systems — production-grade from week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61488"/>
            <a:ext cx="548640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9260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WHAT WE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7355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735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WhatsApp AI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204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Trained on your listings, areas, and pricing.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3192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Lead Qualification 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788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Pre-qualify budget, area, type, timeline.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9028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9028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FICA &amp; Compliance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3717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Document collection without manual chasing.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4865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24865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Recruitment Intake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9554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Screen and nurture agent applicants.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90702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90702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Buyer Nurture Systems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61539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Re-engage cold leads with matching listings.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005840"/>
            <a:ext cx="4617720" cy="52578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12344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CLOSING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572768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A78BFA"/>
                </a:solidFill>
                <a:latin typeface="Instrument Serif"/>
              </a:rPr>
              <a:t>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1627632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Instrument Serif"/>
              </a:rPr>
              <a:t>Built to make every Home Seekers agent the fastest to respond, in every area they operate.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2633472"/>
            <a:ext cx="406908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281635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Satoshi"/>
              </a:rPr>
              <a:t>NEXT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154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78BFA"/>
                </a:solidFill>
                <a:latin typeface="Instrument Serif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172968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15-minute call to confirm scope and integration points.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7216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78BFA"/>
                </a:solidFill>
                <a:latin typeface="Instrument Serif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739896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Phase 1 kick-off — WhatsApp AI buyer agent live within 7 days.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28853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78BFA"/>
                </a:solidFill>
                <a:latin typeface="Instrument Serif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306824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First inquiry routed automatically — results visible from day one.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86600" y="4983480"/>
            <a:ext cx="406908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86600" y="516636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Rohan Malik  ·  CEO, Genos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54864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hello@genosai.tech  ·  +91 638-714-2699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57790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E"/>
                </a:solidFill>
                <a:latin typeface="Satoshi"/>
              </a:rPr>
              <a:t>www.genosai.tech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Confidential  ·  Home Seekers  · 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12 / 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263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Instrument Serif"/>
              </a:rPr>
              <a:t>GenosAI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