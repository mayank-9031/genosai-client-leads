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REALTOR COJO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Web Development &amp;
AI Automation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Strategic Review &amp; Digital Growth Roadmap  | 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Prepared by: Genos Apollo  |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Company Digital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Current state of rc-realtor.vercel.app and digital footprint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Website Audit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8928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Critical gaps: domain, SEO, performance and 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Web Development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Recommended improvements &amp; production-ready tech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532888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532888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7614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24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AI Automation Opportunity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083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Where AI &amp; WhatsApp automation can drive growth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48456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Benefits of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ROI, lead velocity and competitive advantage in Lagos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3648456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3648456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739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Implementation Timeline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123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Phased rollout plan across 12 months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64024"/>
            <a:ext cx="5577840" cy="9601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4764024"/>
            <a:ext cx="640080" cy="96012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992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C518"/>
                </a:solidFill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8554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Investment &amp;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23951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A9BBB"/>
                </a:solidFill>
              </a:rPr>
              <a:t>Budget guidance and immediate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COMPANY DIGITAL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Realtor CoJo – current digital footprint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Company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8470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Realtor CoJo (RC Realtor)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225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Luxury &amp; Affordable Properties – Lagos, Nigeria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9806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980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Early-stage / emerging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Website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73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rc-realtor.vercel.app  (⚠ Vercel subdomain – no custom domain)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Next.js / React on Vercel  (client-side rendering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2452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Rendering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CSR only – pages not visible to search engines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00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Social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0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LinkedIn company page present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7550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CRM / CMS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BBB"/>
                </a:solidFill>
              </a:rPr>
              <a:t>None identified – no backend or listing management 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43600" cy="50292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Key Digital Health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847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Custom 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184708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⚠ None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8470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Still on vercel.app subdomain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3225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Mobile Page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32257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~40 /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3225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CSR React – poor PageSpeed 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798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Desktop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79806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39C12"/>
                </a:solidFill>
              </a:rPr>
              <a:t>~65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798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SSR/SSG – JS bundle on 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2735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SEO Visibility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27355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~0 /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CSR = invisible to Google indexing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SSL / 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4904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2ECC71"/>
                </a:solidFill>
              </a:rPr>
              <a:t>✓ Active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Vercel default SSL in 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42245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Property Listings CMS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24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headless CMS or listing backend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7000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WhatsApp Integration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000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7000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Primary Nigeria comm channel missing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60" y="51755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64554"/>
                </a:solidFill>
              </a:rPr>
              <a:t>AI / Chatbot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175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None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5175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B"/>
                </a:solidFill>
              </a:rPr>
              <a:t>No automated lead capture 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WEBSITE AUDIT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rc-realtor.vercel.app – critical gaps blocking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889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Domain &amp; Hosting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custom domain – vercel.app kills brand trust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professional email (@realtorcojo.com)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Staging URL being used as production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CDN configuration for Nigeria edge nodes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889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SEO (Critical)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Client-side React = zero Google 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Site title is the only indexable content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meta descriptions, schema, or OG tags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sitemap.xml or robots.txt configured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325880"/>
            <a:ext cx="27889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UX &amp; Listings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visible property listings loading (CSR gap)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advanced search or filter functionality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virtual tour or photo gallery viewer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WhatsApp click-to-chat CTA on listings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325880"/>
            <a:ext cx="2788920" cy="4846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1325880"/>
            <a:ext cx="27889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1380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Trust &amp; Conversion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195681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64040" y="18928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testimonials, reviews or sold properties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26151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25511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agent bio or credentials visible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81160" y="327355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2095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NDPR-compliant privacy or cookie notice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93192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3867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No contact form – enquiry path unclear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6217920"/>
            <a:ext cx="114300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272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64554"/>
                </a:solidFill>
              </a:rPr>
              <a:t>Immediate Priority: Custom domain + SSR/SSG migration — the site is currently invisible to all search engines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WEB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staging prototype to production-ready luxury property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41148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114800" cy="4114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Recommended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847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Next.js 15 – SSR + SSG for full SEO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04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CMS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304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Sanity.io – headless property listing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61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761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realtorcojo.com + professional email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186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186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Vercel (retain) + Cloudflare CDN (Lagos edge)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758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Algolia – property search (type, location, price)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133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WhatsApp Business API – click-to-chat on 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02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GA4 + Microsoft Clarity heatmaps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474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CRM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474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HubSpot Free or Zoho CRM – lead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280160"/>
            <a:ext cx="7086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708660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31673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Improvements &amp;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2040" y="190195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81051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Custom Domain &amp; Professional Identity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208483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Register realtorcojo.com. Set up branded email, OG tags, favicon, and Google Business Profile.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2615184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52374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SSR/SSG Migration – Full SEO Unlock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27980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Convert CSR React pages to Next.js SSR/SSG. Every property listing becomes a Google-indexable page.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328416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23697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Property Listings CMS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Sanity.io backend: add/edit properties with photos, price (NGN + USD), bedrooms, location, virtual tour link.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92040" y="4041648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395020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WhatsApp CTA on Every Listing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2245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One-tap WhatsApp enquiry button on each property. Auto-prefilled message with property name and ID.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754880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466344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Trust &amp; Social Proof Section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937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Agent bio, certifications (NIESV), sold properties gallery, client video testimonials, Google reviews widget.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5468112"/>
            <a:ext cx="73152" cy="228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53766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NDPR Compliance &amp;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565099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Nigeria Data Protection Regulation compliant consent notice, secure contact forms, HTTPS enforcement.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AI AUTOMATION 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Where AI &amp; WhatsApp automation drive growth for Realtor CoJo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566928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WhatsApp Lead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65960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AI WhatsApp bot handles enquiries 24/7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2404872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Auto-send property photos &amp; details on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843784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Qualify leads (budget, timeline, location)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3282696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Book property viewings via WhatsApp chat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2588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66928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80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64554"/>
                </a:solidFill>
              </a:rPr>
              <a:t>Property Listings &amp;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965960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189280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AI-generate property descriptions from specs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3952" y="2404872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3317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Auto-resize and tag listing photos (AI)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3952" y="28437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77063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Auto-post new listings to Instagram &amp; LinkedIn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282696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2095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Dynamic price-drop alerts to interested buyers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5669280" cy="4114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 Management &amp; Follow-Up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4572000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AI-score leads by budget &amp; intent in CRM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010912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Automated follow-up sequences (WhatsApp + email)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44982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Re-engagement campaigns for cold leads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5888736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Viewing reminders &amp; confirmation automation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31920"/>
            <a:ext cx="5669280" cy="24231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0" y="3931920"/>
            <a:ext cx="566928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9867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Intelligence &amp; Growth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3952" y="4572000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449884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Track Lagos property price trends (AI digest)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5010912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49377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Monitor competitor listings on NPC &amp; Jiji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73952" y="54498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53766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Weekly AI-generated Lagos market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73952" y="5888736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581558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Instagram Reels auto-captioned from listing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BENEFITS OF AI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Measurable impact across Realtor CoJo's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WhatsApp lead
capture &amp;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Faster property
listing publication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Reduction in
manual follow-ups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743200" cy="14630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7432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qualified
viewings booked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5669280" cy="384048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Lead 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AI bot captures WhatsApp leads at any hour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No lead lost due to slow response time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Viewing booked in the same conversation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Auto-qualify by budget before agent time spent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92608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2926080"/>
            <a:ext cx="5669280" cy="384048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92608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718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Content at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36499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10× faster listing creation with AI copy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Auto-post to Instagram, LinkedIn, Facebook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Professional descriptions every time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Price changes push to all channels instantly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5669280" cy="384048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61772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Client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Instant property details via WhatsApp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Virtual tour links auto-sent to interested buyers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Viewing reminders reduce no-shows by ~30%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Post-sale follow-up keeps referral pipeline warm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617720"/>
            <a:ext cx="5669280" cy="15087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4617720"/>
            <a:ext cx="5669280" cy="384048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617720"/>
            <a:ext cx="45720" cy="1508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66344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Market Authority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56632"/>
            <a:ext cx="5532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Weekly Lagos market reports build credibility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SEO-optimised listings attract organic traffic</a:t>
            </a:r>
          </a:p>
          <a:p>
            <a:pPr algn="l">
              <a:spcAft>
                <a:spcPts val="5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Google Maps + Property schema drives local search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050">
                <a:solidFill>
                  <a:srgbClr val="C8D4EE"/>
                </a:solidFill>
              </a:rPr>
              <a:t>Data-driven pricing beats competitors on speed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ROI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Projected returns from web + AI investment (NGN / USD)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0352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0352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16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Indicative Investment (Year 1 – 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Custom Domain + Professional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828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80  –  $  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Website Rebuild (Next.js + Sanity)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86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$2,000  –  $4,500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WhatsApp Business API Setup &amp; 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7432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600  –  $1,200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Listing Automation &amp; AI Copywriting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2004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400  –  $  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SEO Sprint &amp; NDPR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500  –  $1,000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CRM Setup &amp; Lead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148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300  –  $  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Ongoing monthly support (est.)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72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  200  –  $  400 / 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30352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TOTAL YEAR 1 (once-off + 12 mo)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$6,280  – $12,650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280160"/>
            <a:ext cx="5943600" cy="5120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1280160"/>
            <a:ext cx="5943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Projected Returns (1 deal pays for everything)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1828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Commission on 1 luxury property (1–2%)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$5,000 – $20,000+ per deal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2860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SEO-driven organic leads (vs. paid ads)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Save $200–$500 / mo in ad spend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7432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WhatsApp bot: 24/7 lead capture uplift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+30–50% more qualified enquiries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2004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Faster listing → viewing → close 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Est. −10 days deal cycle per sale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Reduced manual follow-up hours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10–15 hrs/week reclaimed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1148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64554"/>
                </a:solidFill>
              </a:rPr>
              <a:t>Referrals from better client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BBB"/>
                </a:solidFill>
              </a:rPr>
              <a:t>2–3 extra deals / year est.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4526280"/>
            <a:ext cx="59436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6817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64554"/>
                </a:solidFill>
              </a:rPr>
              <a:t>BREAKEVEN (single mid-range sale)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ECC71"/>
                </a:solidFill>
              </a:rPr>
              <a:t>Investment recovered in 1 closed deal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6480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64554"/>
                </a:solidFill>
              </a:rPr>
              <a:t>One mid-range Lagos property sale at ₦80M (~$50K USD) generates 1% commission = $500 — far exceeds monthly investment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Phased 12-month delivery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64554"/>
                </a:solidFill>
              </a:rPr>
              <a:t>Phase 1
Mon 1–2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220370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Register realtorcojo.com domain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02666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Set up professional email suite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384962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Deploy SSR/SSG Next.js rebuild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4672584"/>
            <a:ext cx="91440" cy="914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Google indexing &amp; Search Console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Mon 3–5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56432" y="2203704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Sanity CMS – property listings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56432" y="3026664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WhatsApp Business API + AI bot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849624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Advanced search &amp; filter 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6432" y="4672584"/>
            <a:ext cx="91440" cy="914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Trust section: bio, reviews, sold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325880"/>
            <a:ext cx="2743200" cy="6400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Mon 6–8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79408" y="1600200"/>
            <a:ext cx="146304" cy="54864"/>
          </a:xfrm>
          <a:prstGeom prst="rect">
            <a:avLst/>
          </a:prstGeom>
          <a:solidFill>
            <a:srgbClr val="8A9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220370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CRM lead pipeline &amp;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302666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Social media auto-posting (IG/LI)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384962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Lagos SEO content sprint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82512" y="4672584"/>
            <a:ext cx="91440" cy="9144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Virtual tour integration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1325880"/>
            <a:ext cx="2743200" cy="50749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1325880"/>
            <a:ext cx="2743200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138074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
Mon 9–12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20370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21305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AI market intelligence reports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302666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953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Advanced chatbot (lead scoring)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962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91472" y="37764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Google Ads + Meta Ads retargeting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672584"/>
            <a:ext cx="9144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4599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Full audit, review &amp; optimise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</a:rPr>
              <a:t>Why Move —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Lagos real estate is a ₦10+ trillion market. The agents winning today have digital foundations built yesterday.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64554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current site is invisible to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A client-side React app with no custom domain cannot be indexed. Every day without SSR is a day competitors capture the organic traffic Realtor CoJo should own for 'luxury properties Lagos' and similar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7919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WhatsApp is how Lagos buys 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5351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73%+ of Nigerian property enquiries start on WhatsApp. Without a click-to-chat button on every listing, Realtor CoJo is forcing motivated buyers to find contact details manually — most won't bother.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753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64554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753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Early digital movers dominate Lagos real estate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962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Property search in Nigeria is consolidating onto Google, Jiji, and PropertyPro. Agents who build SEO authority now — through schema-rich, SSR listings — will be very difficult to displace in 12–18 months.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71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7141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 single extra deal pays for everything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45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The total Year 1 investment is ~$6K–$12K USD. One mid-range Lagos property commission (₦1M–₦5M) covers the entire programme. The risk-adjusted return is exceptionally high.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64554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367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Trust signals separate top agents from the crowd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641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Lagos property buyers research extensively before committing. Testimonials, sold history, professional bio, and NIESV credentials on a fast, modern website convert browsers into booked viewings — without any ad spend.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8368"/>
            <a:ext cx="108630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From audit to action — what happens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61872"/>
            <a:ext cx="13716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  |  +91 638-714-2699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64554"/>
                </a:solidFill>
              </a:rPr>
              <a:t>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F0E2"/>
                </a:solidFill>
              </a:rPr>
              <a:t>Domain &amp; Brand 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Register realtorcojo.com. Set up branded email. This single step immediately elevates trust and unlocks professional marketing.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64554"/>
                </a:solidFill>
              </a:rPr>
              <a:t>Discovery Workshop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30-min session with Genos Apollo. Review audit findings, agree Phase 1 scope, share listing data and brand assets.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43200" cy="411480"/>
          </a:xfrm>
          <a:prstGeom prst="rect">
            <a:avLst/>
          </a:prstGeom>
          <a:solidFill>
            <a:srgbClr val="2E4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3–4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455F"/>
                </a:solidFill>
              </a:rPr>
              <a:t>Sprint 1 Builds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SSR website rebuild begins. Domain live. WhatsApp Business API provisioned. Google Search Console connected.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371600"/>
            <a:ext cx="27432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3716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1426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Month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9019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Site Launch &amp; First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28600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64554"/>
                </a:solidFill>
              </a:rPr>
              <a:t>New site live at custom domain. First property listings indexed by Google. WhatsApp bot capturing enquiries 24/7.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11430000" cy="100584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</a:rPr>
              <a:t>Ready to turn Realtor CoJo into Lagos's leading digital property brand?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 Genos Apollo to schedule your discovery workshop.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4864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F5C518"/>
                </a:solidFill>
              </a:rPr>
              <a:t>rc-realtor.vercel.app  |  linkedin.com/company/realtor-cojo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64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200400"/>
            <a:ext cx="11548872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C518"/>
                </a:solidFill>
              </a:rPr>
              <a:t>Luxury &amp; Affordable Properties in Lagos — powered by digital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Realtor CoJo  ·  rc-realtor.vercel.app  ·  Lagos, Nigeria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B"/>
                </a:solidFill>
              </a:rPr>
              <a:t>Prepared by Genos Apollo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