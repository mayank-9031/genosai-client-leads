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E"/>
                </a:solidFill>
                <a:latin typeface="Satoshi"/>
              </a:rPr>
              <a:t>PREPARED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50292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0" i="0">
                <a:solidFill>
                  <a:srgbClr val="FFFFFF"/>
                </a:solidFill>
                <a:latin typeface="Instrument Serif"/>
              </a:rPr>
              <a:t>24/7 Security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529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D9D9F"/>
                </a:solidFill>
                <a:latin typeface="Satoshi"/>
              </a:rPr>
              <a:t>Armed Reaction  ·  Physical Guarding  ·  Drone Force  ·  South Africa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Johannesburg  ·  Tshwane  ·  Cape Town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30752"/>
            <a:ext cx="50292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9136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AI AUTOMATION  &amp;  GROWTH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79392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An AI automation layer for 24/7 Security Services —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built to capture prospect inquiries 24/7, automate guard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operations, and deliver client reporting without manual effort.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3273552" cy="2286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19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031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Rohan Malik  ·  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231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hello@genosai.tech  ·  www.genosai.tech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291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7"/>
                </a:solidFill>
                <a:latin typeface="Satoshi"/>
              </a:rPr>
              <a:t>v1.0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24/7 SECURITY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01  · 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24/7 Security Services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WHERE THE BUSINESS STANDS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Current Digital Presence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24/7 Security Services has strong operational credentials — SASA Gold, ISO 9001, Level 1 B-BBEE, 30+ years in the market, and a Drone Force unit no competitor can easily replicate. The gap is on the digital front: prospects land on the website and find a contact 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7860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5029200" cy="33375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WHAT'S ALREADY STRONG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46120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30+ years in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9300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Deep operational track record — SASA Gold and ISO 9001 certified.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0448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904488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Multi-service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5137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Armed reaction, guarding, surveillance, drone force under one brand.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6285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62856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24/7 Drone 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80974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Autonomous perimeter drones for residential estates — a clear differentiator.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2122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21224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Level 1 B-BBEE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46811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Preferred supplier status in public sector and corporate procurement.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743200"/>
            <a:ext cx="5029200" cy="33375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8803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Satoshi"/>
              </a:rPr>
              <a:t>ROOM TO ELEVATE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24612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246120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WhatsApp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493008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Prospects can't reach you on the channel they use to compare providers.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90448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904488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Contact form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15137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 live chat, no booking system — inquiries wait until someone reads email.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6285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562856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online quote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80974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Prospects can't start a quote without speaking to a person first.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2122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221224"/>
            <a:ext cx="4343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No client portal or 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46811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Monthly reports and incident summaries sent manually — or not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24/7 SECURITY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02  · 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24/7 Security Services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An AI Operations Layer
for 24/7 Security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6858000" cy="1143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61488"/>
            <a:ext cx="5943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Instrument Serif"/>
              </a:rPr>
              <a:t>We're not adding a chatbot. We're building the automation infrastructure that makes your operations — from prospect inquiry to monthly client report — run without manual intervention.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24/7 prospect
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security quote inquiry answered on WhatsApp instantly.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Automated
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Guard scheduling, attendance, and PSIRA renewals — off your plate.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Client
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Monthly reports and incident updates delivered automatically.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Lead
conversion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Inquiries that don't convert immediately are nurtured — not lost.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24/7 SECURITY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  ·  AUTOMATION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24/7 Security Services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WHAT THE AUTOMATION LAYER BRINGS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Five AI Systems for 24/7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WhatsApp Inquiry
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24/7 prospect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27248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Quote &amp; Onboarding
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From inquiry to contract.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0096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Guard Operations
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Shift, attendance, PSIRA.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24344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Client Reporting
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Monthly reports — automated.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7192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65792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Lead Nurture
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Re-engage non-converting leads.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24/7 SECURITY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03A  ·  WHATSAPP INQUIRY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24/7 Security Services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WhatsApp AI Inquiry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6868A"/>
                </a:solidFill>
                <a:latin typeface="Satoshi"/>
              </a:rPr>
              <a:t>Every prospect inquiry answered instantly — residential estate manager, commercial property owner, or individual homeowner. 24/7, no human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24/7 instant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No inquiry goes unanswered — including Sunday night after a break-in scare.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0156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Prospect qualification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484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Property type, size, location, current security setup, risk level — captured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5993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5993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Service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068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Residential to residential team, commercial to commercial. Drone Force to the right specialist.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1830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1830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Site assessment 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651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books the physical security assessment in the right team member's calendar.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7667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Lead source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235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Every inquiry logged with source, time, and qualification outcome.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0350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Competitor comparison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62819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trained to address common objections and position 24/7's certifications.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743200"/>
            <a:ext cx="4572000" cy="33832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926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PROSPECT  ·  QUALIFICATION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291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Instrument Serif"/>
              </a:rPr>
              <a:t>From inquiry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7307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to site assessment.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572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8646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strument Serif"/>
              </a:rPr>
              <a:t>30+ yrs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4572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CERT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2" y="48646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strument Serif"/>
              </a:rPr>
              <a:t>SASA Gold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1824" y="4572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BBEE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21824" y="48646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strument Serif"/>
              </a:rPr>
              <a:t>Level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24/7 SECURITY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03B / 03C  ·  QUOTE &amp; GUARD 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24/7 Security Services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Quote &amp; Client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Prospect to signed contract — without manual data entry at any 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Assessment input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Site assessment notes fed into an AI that drafts the quote 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Quote template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Ops team receives a pre-filled proposal — just reviews and sends.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Contract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On acceptance, onboarding flow activates automatically.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52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Deployment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Guard assignments, access codes, equipment — all tracked per client.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Handover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client handover pack sent on first day of service.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2698" y="777240"/>
            <a:ext cx="127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Guard Operations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Shift management, attendance, and PSIRA compliance — automated.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3774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Daily shift confirmation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Guards confirm shift via WhatsApp — exceptions flagged immediately.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03580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Missed check-in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Site supervisor notified within minutes of a missed checkpoint.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69417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PSIRA renewal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Each guard's certification expiry tracked; reminders at 90, 30, 7 days.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3525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Incident logging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Guards log incidents via WhatsApp — structured report generated automatically.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0109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Overtime and leave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Hours logged per guard, leave requests captured in the same WhatsApp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24/7 SECURITY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03D / 03E  ·  REPORTING &amp; NURTURE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24/7 Security Services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Client Reporting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Monthly security reports delivered to each client account — without your team writing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Monthly activity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Patrols, incidents, response times — auto-compiled and sent on the 1st.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Incident summary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logged incident summarised and delivered to the client contact.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Renewal reminder 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Contract renewal and SLA review reminders at 90, 60, 30 days before expiry.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52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Client satisfaction check-in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Quarterly satisfaction survey sent via WhatsApp — responses logged.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Reduces churn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Clients who see value in writing cancel less — visible reporting builds retention.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Lead Nurture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Prospects who inquired but didn't convert — reactivated automatically.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774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3-touch follow-up sequence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messages at 3, 7, and 14 days after inquiry with no response.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03580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Seasonal re-engagement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Residential prospects re-contacted before high-crime periods (Dec, April).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69417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Service update alerts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Drone Force expansion or new service offerings pushed to past inquiries.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3525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Reference case 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sends a relevant client story — estate manager to estate manager.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0109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Review and referral 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Post-contract clients asked for a Google review and a referral contact.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24/7 SECURITY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04  ·  PROSPECT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24/7 Security Services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INQUIRY  →  CONTRACT  →  ACTIVE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Automated Prospect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From the moment a prospect contacts 24/7 to their first active patrol — every step automated.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Inquiry
Received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Website form /
WhatsApp / referral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8541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WhatsApp AI
Responds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Under 60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557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Qualification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Property, size,
risk, service need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5464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5192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Site Assessment
Booked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Right team member
calendar confirmed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Quote
Generated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Auto-drafted from
assessment inputs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96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496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Contract
Signed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Digital acceptance
triggers onboarding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512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485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Deployment
Active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Guard assigned,
client notified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3576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1501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2474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474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Reporting
Live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2474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Monthly reports
start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24/7 SECURITY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05  · 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24/7 Security Services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WHY THIS WORKS FOR 24/7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What Changes After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Zero missed inquiries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security quote request gets an instant WhatsApp response — 24/7.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Faster deal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Prospects go from first contact to booked site assessment in minutes.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Guard compliance on autopilot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PSIRA renewals tracked per guard — no admin overhead.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Client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Automatic monthly reports make your service value tangible.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No manual shift chasing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Attendance and check-ins handled via WhatsApp — exceptions surfaced instantly.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Scales without headcount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More clients and guards don't mean more admin staff.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Prospect re-engagement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Non-converting inquiries automatically followed up — not forgotten.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Differentiated positioning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AI-powered operations alongside Drone Force — a clear distance from competitors.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24/7 SECURITY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06  · 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24/7 Security Services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BEYOND THE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Future 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The same automation infrastructure scales as 24/7 expands into new geographies and service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Voice AI for inbound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answers calls, qualifies prospects, and routes to the right team.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Drone Force inquiry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Separate WhatsApp flow for residential estate drone inquiries.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Guard performance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Response times and incident rates per guard — auto-reported to ops.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Multi-province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Same AI infrastructure replicated across all three offices.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Subcontractor management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Automate briefings, shifts, and compliance for sub-contracted guards.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Emergency protocol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Automated escalation flows for armed response activation.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Client upsell sequences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Existing clients offered Drone Force upgrade based on area profile.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Tender and RFP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compiles tender documents from a structured proposal template.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24/7 SECURITY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07  · 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&amp; Growth Proposal  ·  24/7 Security Services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BUILT IN THREE CLEAN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Implementation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Each phase ships visible value before the next one starts — no big-bang risk.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01  ·  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WhatsApp Inquiry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WhatsApp AI trained on 24/7 services, certifications, and service areas. Prospect inquiry intake, qualification, and site assessment booking 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AI trained on 24/7 service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Prospect qualification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Service routing (residential/commercial)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Site assessment booking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02  ·  Weeks 2-3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Guard Operations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Shift confirmation, attendance tracking, PSIRA renewal reminders, and incident logging via WhatsApp — activated for all active guards.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WhatsApp shift confirmation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Missed check-in alerting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PSIRA expiry tracking per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Incident logging via WhatsApp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6136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03  ·  Weeks 4-5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Reporting &amp; Lead Nurture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Monthly client activity reports, renewal reminders, and lead nurture sequences for non-converting prospects — all automated.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Monthly report auto-compilation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Client delivery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Contract renewal reminders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Lead nurture sequences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WHO IS BEHIND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9968"/>
            <a:ext cx="5943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GenosAI builds AI automation systems for security companies, managed service businesses, and operations-heavy industries. We specialise in WhatsApp AI, guard management automation, client reporting systems, and lead qualification flows — production-grade from week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61488"/>
            <a:ext cx="54864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WHAT WE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7355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735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WhatsApp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Trained on your services, areas, and pricing.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Guard Operations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78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Shift, attendance, PSIRA — off your plate.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9028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9028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Client Reporting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371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Monthly reports delivered without manual effort.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4865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4865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Lead Qualification 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955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Prospects qualified and routed automatically.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0702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90702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Lead Nurture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1539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Non-converting inquiries re-engaged over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005840"/>
            <a:ext cx="4617720" cy="5257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234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CLOSING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57276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627632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Instrument Serif"/>
              </a:rPr>
              <a:t>Built to ensure 24/7 Security responds to every prospect first — and serves every client without a single manual report.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2633472"/>
            <a:ext cx="406908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8163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17296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20-minute call to confirm scope and integration 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721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73989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Phase 1 kick-off — WhatsApp inquiry agent live within 7 days.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885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30682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First prospect qualified automatically — results visible from day 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4983480"/>
            <a:ext cx="406908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600" y="51663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Rohan Malik  ·  CEO, Genos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486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hello@genosai.tech  ·  +91 638-714-2699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7790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www.genosai.tech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Confidential  ·  24/7 Security Services  ·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12 / 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