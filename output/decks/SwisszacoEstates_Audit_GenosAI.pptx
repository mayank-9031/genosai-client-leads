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6E"/>
                </a:solidFill>
                <a:latin typeface="Satoshi"/>
              </a:rPr>
              <a:t>PREPARED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54864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0" i="0">
                <a:solidFill>
                  <a:srgbClr val="FFFFFF"/>
                </a:solidFill>
                <a:latin typeface="Instrument Serif"/>
              </a:rPr>
              <a:t>SWISSZACO
ESTATES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1752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D9D9F"/>
                </a:solidFill>
                <a:latin typeface="Satoshi"/>
              </a:rPr>
              <a:t>Real Estate Development  ·  Nigeria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015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E"/>
                </a:solidFill>
                <a:latin typeface="Satoshi"/>
              </a:rPr>
              <a:t>Construction  ·  Architecture  ·  Urban Development  ·  Estate Development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94760"/>
            <a:ext cx="54864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00507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AI AUTOMATION  &amp;  GROWTH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70832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An intelligent automation layer for Swisszaco Estates —</a:t>
            </a:r>
          </a:p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built to respond to property inquiries 24/7, qualify buyers</a:t>
            </a:r>
          </a:p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automatically, and scale agent productivity without</a:t>
            </a:r>
          </a:p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adding headcount.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097280"/>
            <a:ext cx="3090672" cy="2286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37160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7190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Instrument Serif"/>
              </a:rPr>
              <a:t>GenosAI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1214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Rohan Malik  ·  Founder &amp; CEO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42316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hello@genosai.tech  ·  www.genosai.tech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263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Instrument Serif"/>
              </a:rPr>
              <a:t>GenosAI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6291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7"/>
                </a:solidFill>
                <a:latin typeface="Satoshi"/>
              </a:rPr>
              <a:t>v1.0  ·  2026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x  SWISSZACO ESTATES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01  · 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Swisszaco Estates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WHERE THE BRAND STANDS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Instrument Serif"/>
              </a:rPr>
              <a:t>Current Digital Presence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Swisszaco Estates has 13 years in the Nigerian market and a multi-national holding structure. The operational credibility is real. The gap is the digital front door: property buyers in Nigeria expect a WhatsApp reply within the hour — a contact form delivers it in 24-48.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06040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788920"/>
            <a:ext cx="5029200" cy="329184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WHAT'S ALREADY STRONG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918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91840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13 years in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538728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CAC-registered March 2012 — proven track record in Nigerian real estate.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502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950208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Multi-national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197096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Associate of Ogorstar Conglomerates Inc — credibility for large-scale deals.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085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608576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Full-stack service offering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855464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Construction, architecture, renovation, urban development, surveying — one firm.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2669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66944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Active agent 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513832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Agent recruitment program live — scalable distribution model already in motion.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788920"/>
            <a:ext cx="5029200" cy="329184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92608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Satoshi"/>
              </a:rPr>
              <a:t>WHERE LEADS ARE LOST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2918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291840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No WhatsApp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538728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Nigerian buyers expect instant WhatsApp responses — site offers a contact form.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9502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950208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No live chat or chatbot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197096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After-hours and weekend inquiries go unanswered.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6085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608576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No viewing / site visit booking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855464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No way to book a property visit — requires manual coordination.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2669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266944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No email marketing or nurture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513832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Leads who visit the site and don't convert are never followed up automatically.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6172200"/>
            <a:ext cx="10817352" cy="41148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62362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atoshi"/>
              </a:rPr>
              <a:t>WEBSITE AUDIT SCORE: 3 / 10  ·  PRIORITY: 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62362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E"/>
                </a:solidFill>
                <a:latin typeface="Satoshi"/>
              </a:rPr>
              <a:t>Mobile: Yes  ·  Analytics: Yes  ·  Remarketing: Yes  ·  Booking: No  ·  Chat: No  ·  Email Mkt: No  ·  CDN: 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x  SWISSZACO ESTATES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02  · 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Swisszaco Estates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Instrument Serif"/>
              </a:rPr>
              <a:t>An AI Automation Layer
for Swisszaco Estates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51760"/>
            <a:ext cx="7132320" cy="109728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614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A78BFA"/>
                </a:solidFill>
                <a:latin typeface="Instrument Serif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798064"/>
            <a:ext cx="6400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Instrument Serif"/>
              </a:rPr>
              <a:t>We don't build chatbots. We build the automated infrastructure that ensures Swisszaco is always the first developer to respond — and the best qualified to close.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2606040" cy="246888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24/7 inquiry
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85232"/>
            <a:ext cx="2240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Every WhatsApp message answered instantly — day or night.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9856" y="3977639"/>
            <a:ext cx="2606040" cy="246888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8456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461772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Automatic
qualification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5285232"/>
            <a:ext cx="2240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Budget, property type, location, timeline captured before a human intervenes.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3977639"/>
            <a:ext cx="2606040" cy="246888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61772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Agent network
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5285232"/>
            <a:ext cx="2240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Agent recruitment and onboarding running without manual handling.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3977639"/>
            <a:ext cx="2606040" cy="246888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6568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461772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Buyer
re-engagement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8" y="5285232"/>
            <a:ext cx="2240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Cold leads automatically followed up with matching new listings.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x  SWISSZACO ESTATES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  ·  AUTOMATION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Swisszaco Estates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WHAT THE AUTOMATION LAYER BRINGS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Five AI Systems for Swisszaco Estates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WhatsApp AI
Buyer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148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24/7 property inquiry response.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8648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27248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324612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Viewing Booking
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41148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Schedule site visits automatically.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11496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40096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0096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Agent Network
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1148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Recruit and onboard agents hands-free.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24344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52944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2944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7224" y="324612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Lead Nurture
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7224" y="41148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Re-engage cold prospects with new listings.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7192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65792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65792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72" y="324612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Review &amp;
Testimonial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41148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Automate post-sale review collection.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x  SWISSZACO ESTATES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03A  ·  WHATSAPP AI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Swisszaco Estates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WhatsApp AI Buyer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6868A"/>
                </a:solidFill>
                <a:latin typeface="Satoshi"/>
              </a:rPr>
              <a:t>Responds in under 60 seconds. Qualifies the buyer before an agent is involved. Books the site visit automatically. Runs 24/7 including weekends.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4203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8892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Instant WhatsApp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No inquiry goes unanswered — construction, estate development, or renovation enquiry.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4728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4728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Buyer pre-qualification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941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Property type, location, budget, and timeline captured before agent contact.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0565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10565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Site visit booking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35254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AI books the viewing slot directly — no manual back-and-forth required.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6402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76402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Lead routing by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109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Construction enquiry goes to sales, renovation to the renovation team.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42239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42239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Diaspora &amp; international leads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6692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Nigerian diaspora (UK, US, Canada) handled with timezone-aware responses.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8076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608076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Multilingual 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63276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English and Pidgin — meet clients where they communicate.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2788920"/>
            <a:ext cx="4480560" cy="33375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297180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PROPERTY INQUIRY  ·  RESPONSE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3375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Instrument Serif"/>
              </a:rPr>
              <a:t>From WhatsApp message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7947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to confirmed site visit.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7091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E"/>
                </a:solidFill>
                <a:latin typeface="Satoshi"/>
              </a:rPr>
              <a:t>IN MARKET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9834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strument Serif"/>
              </a:rPr>
              <a:t>13 YRS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47091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E"/>
                </a:solidFill>
                <a:latin typeface="Satoshi"/>
              </a:rPr>
              <a:t>SERVICES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49834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strument Serif"/>
              </a:rPr>
              <a:t>6+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7091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E"/>
                </a:solidFill>
                <a:latin typeface="Satoshi"/>
              </a:rPr>
              <a:t>AGENT NETWORK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49834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strument Serif"/>
              </a:rPr>
              <a:t>ACTIVE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x  SWISSZACO ESTATES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03B / 03C  ·  BOOKING &amp; AGENT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Swisszaco Estates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Site Visit Booking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019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Buyers book property viewings without anyone picking up the phone.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WhatsApp-native scheduling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Buyer selects date and time — confirmation sent automatically.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8152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8152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Multi-service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2841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Construction site visits routed separately from renovation viewings.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3989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73989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Reminder sequence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867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Automated reminders at 24h and 2h before — reduces no-shows.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9826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Reschedule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451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No-shows offered a new slot automatically — agent not involved.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5663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5663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Post-visit follow-up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3035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AI sends a follow-up message asking for intent within 24h.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9048" y="685800"/>
            <a:ext cx="127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Agent Network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9019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Agent recruitment and onboarding running automatically — no manual reading of every enquiry.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42316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42316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Automated agent intake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6700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Every applicant enters an AI flow — no manual screening needed.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08152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08152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Qualifying questions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32841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AI asks: experience, property types, areas covered, current agency.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73989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73989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WhatsApp onboarding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9867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Accepted agents get onboarding materials delivered via WhatsApp sequence.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39826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39826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Drip for undecided applicants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6451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3-touch nurture sequence for candidates who express interest but don't commit.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05663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0566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Recruitment funnel 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3035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Applicants tracked from first contact to active agent 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x  SWISSZACO ESTATES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03D / 03E  ·  NURTURE &amp; REVIEWS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Swisszaco Estates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Lead Nurture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019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Most enquiries don't convert on first contact. Automated re-engagement recovers those leads.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48h re-engagement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Non-converting buyers receive a WhatsApp follow-up with a new matching property.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8152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8152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New listing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2841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Buyers who showed interest are notified when a new matching listing drops.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3989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73989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Price change 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867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If a property they enquired about changes, they're told automatically.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9826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Long-term investor nurture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451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Estate development enquiries nurtured over weeks with project updates.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5663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5663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Diaspora investor sequences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3035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UK/US/Canada leads nurtured with investment case content via WhatsApp.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Review &amp; Testimonial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9019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13 years of completed projects. Almost none of them captured as public reviews — until now.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42316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42316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Post-handover review 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6700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Automated WhatsApp sent at project completion asking for a Google review.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08152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08152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Testimonial capture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32841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Buyers who respond positively are prompted to record a short video testimonial.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73989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73989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Negative feedback routing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9867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Dissatisfied clients flagged internally — not published — before escalation.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39826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39826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Agent-specific review collection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6451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Reviews collected per agent to build individual credibility profiles.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05663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0566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Review management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3035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All reviews tracked across platforms — Google, Facebook, Jora.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x  SWISSZACO ESTATES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04  ·  LEAD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Swisszaco Estates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INQUIRY  ·  SITE VISIT  ·  DEAL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Automated Buyer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The same flow handles every enquiry — construction, estate lots, or renovation — while each buyer feels like the only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14600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Inquiry
Arrives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WhatsApp, website
form, or referral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4248" y="384048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75688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85416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5416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AI Responds
&lt; 60 sec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5416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WhatsApp agent
engages instantly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384048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5576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5304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Qualification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5304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Property type,
budget, timeline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4024" y="384048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55464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5192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5192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Service
Routing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5192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Sales, renovation,
or development 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3912" y="384048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Visit
Booked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Calendar slot confirmed
automatically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384048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44968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44968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Reminders
Sent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4968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24h and 2h before
the site visit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3688" y="384048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&gt;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25128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34856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4856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Nurture
Activated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34856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If cold, auto
re-engagement starts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23576" y="384048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&gt;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15016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24744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24744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Review
Requested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24744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Post-handover
Google review ask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x  SWISSZACO ESTATES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05  · 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Swisszaco Estates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WHY THIS WORKS FOR SWISSZACO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What Changes After Launch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69748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706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Zero missed inquiries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63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Every WhatsApp message answered within 60 seconds — day, night, or weekend.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393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Faster deal cycles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Pre-qualified buyers arrive at site visits ready to decide — not just browsing.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3484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5079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Agent network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00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Recruitment and onboarding running without your team reading every application.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0352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3766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Diaspora reach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669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Nigerian diaspora investors in the UK, US, and Canada nurtured automatically.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69748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7706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Review &amp; testimonial flywheel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063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13 years of completed projects finally captured as public social proof.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56616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6576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6393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Construction enquiry routing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Each service line (sales, architecture, renovation) gets the right follow-up.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43484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5079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Long-term investor nurture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800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Estate development prospects nurtured over weeks with project progress updates.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530352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5394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53766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Scales with the business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5669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More listings, agents, and services add no manual overhead to your team.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x  SWISSZACO ESTATES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06  · 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Swisszaco Estates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BEYOND THE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Future Scalability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The same AI infrastructure scales as Swisszaco expands into new regions, product lines, and service categories.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80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Mortgage &amp; Finance Referral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4436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Connect buyers to finance partners automatically after qualification.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5584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5584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Rental &amp; Property Management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0273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Tenant screening, lease renewal reminders, and maintenance request routing.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1421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14216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Project Progress Updates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611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Automated WhatsApp construction updates to buyers — no manual calls.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7258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72584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Multi-state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1947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Same automation deployed across Lagos, Abuja, Port Harcourt, and beyond.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9748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697480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Off-plan Investor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94436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Capture, qualify, and nurture investors for upcoming estate development launches.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5584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35584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Market Report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60273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Automated quarterly market updates to past buyers and investors via WhatsApp.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01421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014216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Voice AI for Inbound Calls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2611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AI voice agent handles inbound calls — no missed call means no missed lead.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67258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672584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Social Media Lead Capture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91947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Instagram and Facebook inquiry automation — leads from DMs routed to WhatsApp 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x  SWISSZACO ESTATES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07  · 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Swisszaco Estates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BUILT IN THREE CLEAN PHASES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Implementation Phases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Each phase ships working automation — no months of silence before anything goes live.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743200"/>
            <a:ext cx="3474720" cy="3429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PHASE 01  ·  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WhatsApp AI Buyer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WhatsApp AI trained on Swisszaco services, pricing, and locations. Property inquiry intake, qualification, and site visit booking live.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&gt;  AI training on services &amp; locations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&gt;  WhatsApp inquiry intake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73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&gt;  Site visit booking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4748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&gt;  Lead routing by service type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2743200"/>
            <a:ext cx="3474720" cy="3429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28803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PHASE 02  ·  Weeks 2-3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Viewing Flow &amp; Agent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3657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Site visit booking automation and agent recruitment intake deployed. No-show reschedule and post-visit follow-up active.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42245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&gt;  Viewing reminder sequence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49884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&gt;  No-show reschedule 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773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&gt;  Post-visit follow-up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504748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&gt;  Agent recruitment AI intake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46136" y="2743200"/>
            <a:ext cx="3474720" cy="3429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28803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PHASE 03  ·  Weeks 4-5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Nurture, Reviews &amp; Roadmap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3657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Lead nurture sequences, review collection, and diaspora investor flow go live.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42245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&gt;  Buyer re-engagement sequences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449884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&gt;  New listing match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4773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&gt;  Post-handover review requests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504748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&gt;  Diaspora investor nurture 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WHO IS BEHIND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Instrument Serif"/>
              </a:rPr>
              <a:t>GenosAI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9968"/>
            <a:ext cx="5943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GenosAI builds AI automation systems for real estate developers, construction firms, and property agencies. We specialise in WhatsApp AI, lead qualification flows, agent network automation, and buyer nurture systems — production-grade, typically live within two weeks.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88920"/>
            <a:ext cx="54864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9718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WHAT WE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1012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1012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WhatsApp 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5701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Trained on your properties, services, and pricing.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6849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6849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Lead Qualification 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1538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Budget, type, location, timeline captured automatically.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2686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62686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Agent Network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737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Recruitment intake, onboarding, and nurture — hands-free.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8523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8523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Buyer Nurture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5321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Re-engage cold leads with matching new listings.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94360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94360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Review &amp; Reputation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61904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Post-handover testimonial and review collection at scale.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1005840"/>
            <a:ext cx="4526280" cy="52578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CLOSING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157276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A78BFA"/>
                </a:solidFill>
                <a:latin typeface="Instrument Serif"/>
              </a:rPr>
              <a:t>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1627632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Instrument Serif"/>
              </a:rPr>
              <a:t>Built to ensure Swisszaco Estates is always the first developer a Nigerian buyer hears back from.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2651760"/>
            <a:ext cx="3977639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28346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NEXT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1821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  <a:latin typeface="Instrument Serif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20040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15-minute call to confirm scope and integration points.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3749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  <a:latin typeface="Instrument Serif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767328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Phase 1 kick-off — WhatsApp AI buyer agent live within 7 days.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3159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  <a:latin typeface="Instrument Serif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4334256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First inquiry routed automatically — results visible from day one.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78040" y="4983480"/>
            <a:ext cx="3977639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78040" y="51663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Rohan Malik  ·  CEO, Genos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54864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hello@genosai.tech  ·  +91 638-714-2699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57790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E"/>
                </a:solidFill>
                <a:latin typeface="Satoshi"/>
              </a:rPr>
              <a:t>www.genosai.tech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Confidential  ·  Swisszaco Estates  · 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12 / 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263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Instrument Serif"/>
              </a:rPr>
              <a:t>GenosAI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