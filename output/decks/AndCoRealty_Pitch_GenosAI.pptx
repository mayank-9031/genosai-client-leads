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Instrument Serif"/>
              </a:rPr>
              <a:t>AndCo Realty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Fixed-Fee Real Estate Group  ·  17 Independent Offices  ·  New Zealand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Dunedin  ·  Queenstown  ·  Wellington  ·  Bay of Plenty  ·  Taranaki  ·  Whanganui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12463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953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61104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AI automation layer for AndCo Realty Group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onboard new office operators consistently,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route buyer inquiries to the right agent,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and scale support across 17 offices without adding headcount.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27355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THE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MODEL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17 Offices. One Group. Agent-Owned.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AndCo Realty Group operates a fixed-fee, agent-owned model across New Zealand — agents run their own branded businesses under a shared compliance, training, and technology framework. Scaling that framework across 17 offices is the operational challenge.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OFFICES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independent across NZ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Fixed-fee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agents keep full commission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$500K+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residential property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REAA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licensed real estate agency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OFFICE LOCATIONS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303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21808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Dunedin  ·  Queenstown  ·  Wellington  ·  Bay of Plenty  ·  Taranaki  ·  Whanganui  ·  and 11 further locations nationwide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An AI Automation Layer
for AndCo Realty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6858000" cy="1143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We're not replacing how your offices operate. We're building the infrastructure that lets every new office operator get the same quality of support, leads, and compliance guidance — without your team running it manually for each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Consistent
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new office operator gets the same structured setup 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Buyer lead
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Inquiries qualified and sent to the right agent,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Vendor
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Warm appraisal leads nurtured until they list — without manual follow-up.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Compliance
on autopilot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REAA and CPD requirements tracked for all 17 offices without admin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AndCo Realty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Agent Onboarding
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Consistent setup for every new office.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Buyer Inquiry
Routing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Right agent, right area, every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Vendor Nurture
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Warm appraisals converted to listings.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Compliance &amp;
CPD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REAA tracking across all 17 offices.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Review &amp;
Referral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Social proof built at settlement.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AGENT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Agent Onboarding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Every new AndCo office operator goes through the same structured onboarding — compliance, marketing, technology — without your team running it manually each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WhatsApp onboarding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New operators receive a structured sequence: compliance orientation, branding setup, platform training, and milestone check-ins — delivered via WhatsApp over 2 weeks.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Compliance orientation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REAA obligations, trust account requirements, and disclosure rules delivered as a structured sequence with acknowledgment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Marketing setup 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068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Step-by-step setup for Trade Me, listing profiles, social accounts, and Google Business — automated delivery with completion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1830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Progress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tracks where each new operator is in onboarding and flags anyone who stalls.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Handover to Craig / Cameron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Completed onboarding summary delivered to your team — no manual check-ins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743200"/>
            <a:ext cx="4572000" cy="3383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SCALE  ·  WITHOUT SCALING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17 offices.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7947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One onboarding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3159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New operators get the same quality of setup on day one — whether you're adding your 18th office or your 50th.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BUYER ROUTING &amp; VENDOR NURTURE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Buyer Inquiry Routing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Every buyer inquiry from the AndCo website reaches the right regional agent —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Area-based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specifies region; AI routes to the right office operator.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Buyer pre-qualification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Budget, property type, and timeline captured before agent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responds on WhatsApp instantly — no buyer waits for an email reply.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Viewing booking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books the viewing directly in the agent's calendar once lead is qualified.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Unrouted lead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If no agent is available, lead held and notified when an agent responds.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2698" y="77724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Vendor Nurture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Sellers who requested an appraisal but didn't list — automatically re-engaged over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Post-appraisal 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receive a structured follow-up sequence at 1 week, 1 month, and 3 months.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Market update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Relevant local sales data sent to keep the agent top of mind while the seller decides.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Price movement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If comparable properties sell nearby, AI sends a timely market movement note.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Seasonal re-engagement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Dormant appraisal leads re-contacted at spring and pre-summer listing peaks.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 attribution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touchpoint tracked back to the originating agent — no lead confusion.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COMPLIANCE &amp;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Compliance &amp; CPD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REAA licensing and CPD requirements tracked per agent across all 17 offices — automated.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License renewal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Each agent's REAA license expiry tracked; reminders at 90, 30, and 7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CPD completion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Annual CPD hours tracked per agent; AI flags anyone falling behind on schedule.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Trust account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Recurring trust account obligation reminders delivered to each office operator.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Disclosure obligation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reminders for key disclosure requirements at relevant deal stages.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Compliance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Jason and Craig receive a monthly compliance status summary across all offices.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Review &amp; Referral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Post-settlement review requests and referral asks — automated across all 17 offices.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Settlement-triggered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At settlement date, buyer and seller each receive an automated review request.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Google and Trade Me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Request links to both platforms — one message, two social proof channels.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Referral ask sequence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7 days after settlement, AI asks for a referral contact — while satisfaction is high.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Testimonial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Positive reviewers offered the option to provide a written testimonial for AndCo website.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aggregation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review summary for each office and group-level performance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OPERATOR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NEW OFFICE  →  PRODUCTIVE OPERATOR  →  GROWING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Automated Operator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From the moment a new office operator joins AndCo to a fully productive, compliant, and growing office — every support step automated.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Operator
Joins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Signs up under
AndCo franchise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Onboarding
Flow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WhatsApp sequence
begins day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Compliance
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REAA obligations
delivered and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Marketing
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Trade Me, Google,
social channels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First Buyer
Inquiry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AI routes lead
to their office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Vendor
Appraisal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AI nurtures
unconverted sellers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CPD
Tracking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Annual compliance
monitored continuously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Reviews &amp;
Referrals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Post-settlement
automation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ANDCO REALTY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Consistent onboarding at any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new office operator gets the same quality setup — whether you add 2 or 20 offices.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No buyer inquiry falls 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inquiry from the website reaches the right agent within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Vendor pipeline never goes cold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Appraisal leads nurtured automatically over weeks and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Compliance across 17 offices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REAA and CPD tracked per agent — no manual checking by Jason or Craig.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Reviews without chasing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Post-settlement review requests sent automatically for every transaction.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Referral pipeline activated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settlement is an opportunity for a referred lead — automated.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Agent retention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Operators who feel supported stay — consistent AI-delivered guidance reduces churn.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Scales with growth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Adding offices adds no linear admin overhead — the same system handles 17 or 170.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automation infrastructure scales as AndCo grows to 30, 50, and 100 offices.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New office recruitment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nurtures prospective office operators from first enquiry to signing.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WhatsApp AI for each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Localised WhatsApp AI per office — each operator's own AI agent.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Seller valuation lead magnet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AVM-style appraisal request capture and nurture.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Property management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If rental management is added — lease renewals, maintenance 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Agent performance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Monthly performance summaries per office delivered to Jason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Group-wide market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monthly NZ market update sent to all vendors and past clients.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International buyer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Separate inquiry flow for offshore/expat buyers — timezone-aware follow-up.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Group podcast / content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Social media scheduling and distribution for group-level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ANDCO REALTY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AndCo Realty Group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ships visible value — live results before the next phase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Agent Onboarding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WhatsApp onboarding flow for new office operators — compliance orientation, marketing setup guidance, and milestone tracking — live and running.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Onboarding flow design with Kelly/Craig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Compliance sequence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Marketing setup delivery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Milestone tracking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Buyer Routing + Vendor 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inquiry routing AI from the AndCo website, plus vendor nurture sequences for all existing warm appraisal leads.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Website inquiry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Area-based routing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WhatsApp AI qualification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Vendor appraisal sequence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Compliance + Review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REAA and CPD tracking per agent across all offices, and automated post-settlement review and referral sequences.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Agent license data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CPD tracking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Compliance reminder sequences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Post-settlement review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real estate groups, franchises, and independent agencies. We specialise in agent onboarding flows, buyer routing AI, vendor nurture sequences, compliance tracking, and review automation — production-grade from week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355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 Onboarding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Structured WhatsApp setup flows for every new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Buyer Routing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Inquiries qualified and sent to the right office,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Vendor Nurture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Warm appraisal leads converted to listings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486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Compliance &amp; CPD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95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REAA tracking for all agents across all offices.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07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&amp; Referral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53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Post-settlement social proof built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61772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27632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make every AndCo office operator as supported as if Jason, Kelly, and Craig were personally managing their onboarding, leads, and compliance.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633472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16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1729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20-minute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398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onboarding AI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operator goes through the flow — results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983480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AndCo Realty Group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