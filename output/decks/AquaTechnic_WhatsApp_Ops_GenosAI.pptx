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1463040"/>
            <a:ext cx="2286000" cy="2286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50876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Powered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D366"/>
                </a:solidFill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AQUA TECHNIC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WhatsApp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Centralized Field Management · Site Tracking · Team Coordination · Client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4114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154680"/>
            <a:ext cx="1709928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Daily Check-in</a:t>
            </a:r>
          </a:p>
        </p:txBody>
      </p:sp>
      <p:sp>
        <p:nvSpPr>
          <p:cNvPr id="15" name="Oval 14"/>
          <p:cNvSpPr/>
          <p:nvPr/>
        </p:nvSpPr>
        <p:spPr>
          <a:xfrm>
            <a:off x="2496312" y="3154680"/>
            <a:ext cx="1517904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Site Updates</a:t>
            </a:r>
          </a:p>
        </p:txBody>
      </p:sp>
      <p:sp>
        <p:nvSpPr>
          <p:cNvPr id="16" name="Oval 15"/>
          <p:cNvSpPr/>
          <p:nvPr/>
        </p:nvSpPr>
        <p:spPr>
          <a:xfrm>
            <a:off x="4489704" y="3154680"/>
            <a:ext cx="1805940" cy="27432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Task Assignment</a:t>
            </a:r>
          </a:p>
        </p:txBody>
      </p:sp>
      <p:sp>
        <p:nvSpPr>
          <p:cNvPr id="17" name="Oval 16"/>
          <p:cNvSpPr/>
          <p:nvPr/>
        </p:nvSpPr>
        <p:spPr>
          <a:xfrm>
            <a:off x="6483096" y="3154680"/>
            <a:ext cx="1997964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Manager Dashboard</a:t>
            </a:r>
          </a:p>
        </p:txBody>
      </p:sp>
      <p:sp>
        <p:nvSpPr>
          <p:cNvPr id="18" name="Oval 17"/>
          <p:cNvSpPr/>
          <p:nvPr/>
        </p:nvSpPr>
        <p:spPr>
          <a:xfrm>
            <a:off x="8476488" y="3154680"/>
            <a:ext cx="1997964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Client Automation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469880" y="3154680"/>
            <a:ext cx="1901952" cy="274320"/>
          </a:xfrm>
          <a:prstGeom prst="ellipse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Maintenance Mgmt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All 6 modules · All through WhatsApp your team already uses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Prepared by 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THE CURRENT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22860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Aqua Technic runs operations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What you manage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Multiple active construction sites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Supervisors + field workers across locations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Maintenance teams on AMC routes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490+ pool clients expecting updates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Ongoing projects at different stages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Waterproofing, electrical, renovation crews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577840" cy="429768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What actually happens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Manual WhatsApp messages to chase attendance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No standard format — each supervisor reports differently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Manager calls workers to find who is at which site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Site photos sent to personal chats, never organized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Delayed or missed maintenance visit reminders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Clients call to ask for updates that exist somewhere in chats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Completed tasks forgotten — no record or follow-up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FFFFFF"/>
                </a:solidFill>
              </a:rPr>
              <a:t>No single view of all sites, all workers, all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852160"/>
            <a:ext cx="12188952" cy="59436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team already uses WhatsApp. The problem is: there is no system behind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One centralized system. Entirely through WhatsApp.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No new apps. No training. Your team keeps using WhatsApp — the system runs behind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64008" cy="19202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74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D366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Daily Employee
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Automated morning attendance + site assignment sent to every worker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783080"/>
            <a:ext cx="64008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874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Site Update
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Scheduled reminders to supervisors — photos/videos/notes auto-stored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78308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783080"/>
            <a:ext cx="64008" cy="19202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74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Assignment
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Assign workers to sites, set deadlines, track completion via WhatsApp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64008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023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251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Automated
Nudges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846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Auto follow-up if attendance missing, report late, or task incomplete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93192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931920"/>
            <a:ext cx="64008" cy="1920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4023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4251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Manager
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4846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Real-time view: who checked in, site status, pending tasks, delays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93192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3931920"/>
            <a:ext cx="64008" cy="192024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4023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4251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Client Update &amp;
Maintenance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4846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Progress photos + AMC reminders sent to clients automatically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D366"/>
                </a:solidFill>
              </a:rPr>
              <a:t>MODULE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Daily Employee Check-in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Every morning — automated. Zero manual effort from management.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4937760" cy="4251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D366"/>
                </a:solidFill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6:30 AM — system sends WhatsApp to all workers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Worker replies to mark attendance (1 tap)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System assigns site + sends reporting instructions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Worker uploads morning site photo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Live location optional — confirms worker is on site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Late / non-response → manager gets alert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All responses logged automatically — no manual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6172200" cy="475488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709928"/>
            <a:ext cx="6172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D366"/>
                </a:solidFill>
              </a:rPr>
              <a:t>WhatsApp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2103120"/>
            <a:ext cx="5303520" cy="868680"/>
          </a:xfrm>
          <a:prstGeom prst="ellipse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800" b="1">
                <a:solidFill>
                  <a:srgbClr val="25D366"/>
                </a:solidFill>
              </a:rPr>
              <a:t>Genos System</a:t>
            </a:r>
          </a:p>
          <a:p>
            <a:pPr algn="l"/>
            <a:r>
              <a:rPr sz="1000">
                <a:solidFill>
                  <a:srgbClr val="111111"/>
                </a:solidFill>
              </a:rPr>
              <a:t>Good morning Ramesh! Please mark your attendance for today.
Send: 1 = Present  2 = Leave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154680"/>
            <a:ext cx="4114800" cy="868680"/>
          </a:xfrm>
          <a:prstGeom prst="ellipse">
            <a:avLst/>
          </a:prstGeom>
          <a:solidFill>
            <a:srgbClr val="DCF8C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800" b="1">
                <a:solidFill>
                  <a:srgbClr val="101B4A"/>
                </a:solidFill>
              </a:rPr>
              <a:t>Ramesh (Worker)</a:t>
            </a:r>
          </a:p>
          <a:p>
            <a:pPr algn="l"/>
            <a:r>
              <a:rPr sz="100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3886200"/>
            <a:ext cx="5303520" cy="868680"/>
          </a:xfrm>
          <a:prstGeom prst="ellipse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800" b="1">
                <a:solidFill>
                  <a:srgbClr val="25D366"/>
                </a:solidFill>
              </a:rPr>
              <a:t>Genos System</a:t>
            </a:r>
          </a:p>
          <a:p>
            <a:pPr algn="l"/>
            <a:r>
              <a:rPr sz="1000">
                <a:solidFill>
                  <a:srgbClr val="111111"/>
                </a:solidFill>
              </a:rPr>
              <a:t>Attendance marked. Your site today: Jubilee Hills Project.
Please upload 1 photo when you arrive.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4937760"/>
            <a:ext cx="4114800" cy="868680"/>
          </a:xfrm>
          <a:prstGeom prst="ellipse">
            <a:avLst/>
          </a:prstGeom>
          <a:solidFill>
            <a:srgbClr val="DCF8C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800" b="1">
                <a:solidFill>
                  <a:srgbClr val="101B4A"/>
                </a:solidFill>
              </a:rPr>
              <a:t>Ramesh (Worker)</a:t>
            </a:r>
          </a:p>
          <a:p>
            <a:pPr algn="l"/>
            <a:r>
              <a:rPr sz="1000">
                <a:solidFill>
                  <a:srgbClr val="111111"/>
                </a:solidFill>
              </a:rPr>
              <a:t>[Photo uploaded] + Live Location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806440" y="6126480"/>
            <a:ext cx="1517904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LIVE 6:30 AM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6126480"/>
            <a:ext cx="1421892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AUTO-LOGGED</a:t>
            </a:r>
          </a:p>
        </p:txBody>
      </p:sp>
      <p:sp>
        <p:nvSpPr>
          <p:cNvPr id="19" name="Oval 18"/>
          <p:cNvSpPr/>
          <p:nvPr/>
        </p:nvSpPr>
        <p:spPr>
          <a:xfrm>
            <a:off x="9006840" y="6126480"/>
            <a:ext cx="1709928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 MANUAL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MODULES 02 + 03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Site Updates + Task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577840" cy="47548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84048"/>
          </a:xfrm>
          <a:prstGeom prst="rect">
            <a:avLst/>
          </a:prstGeom>
          <a:solidFill>
            <a:srgbClr val="00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Site Update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Supervisor gets WhatsApp reminder at scheduled time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End-of-day update: photos, progress notes, issues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Multiple media types: photos, videos, text notes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Auto-stored to dashboard + Google Sheets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Tagged by site name and date — fully searchable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No update submitted? — auto-escalation to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4EE"/>
                </a:solidFill>
              </a:rPr>
              <a:t>Example reminder: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60"/>
            <a:ext cx="502920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63500"/>
          <a:lstStyle/>
          <a:p>
            <a:pPr algn="ctr"/>
            <a:r>
              <a:rPr sz="800" b="1">
                <a:solidFill>
                  <a:srgbClr val="25D366"/>
                </a:solidFill>
              </a:rPr>
              <a:t>Genos System  </a:t>
            </a:r>
          </a:p>
          <a:p>
            <a:r>
              <a:rPr sz="1000">
                <a:solidFill>
                  <a:srgbClr val="111111"/>
                </a:solidFill>
              </a:rPr>
              <a:t>Hi Ravi. Please send end-of-day update for Banjara Hills site.
Send: photos + status (On track / Delayed).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577840" cy="47548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5577840" cy="384048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Task Assignment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Management sends task via dashboard or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Worker receives directly: task, site, deadline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Task types: waterproofing, electrical, maintenance, repair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Worker acknowledges — logged with timestamp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Progress updates tied to the specific task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Completion marked by worker — manager notified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Incomplete past deadline? Auto-escalation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617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4EE"/>
                </a:solidFill>
              </a:rPr>
              <a:t>Example task message: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4846320"/>
            <a:ext cx="502920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63500"/>
          <a:lstStyle/>
          <a:p>
            <a:pPr algn="ctr"/>
            <a:r>
              <a:rPr sz="800" b="1">
                <a:solidFill>
                  <a:srgbClr val="25D366"/>
                </a:solidFill>
              </a:rPr>
              <a:t>Genos System  </a:t>
            </a:r>
          </a:p>
          <a:p>
            <a:r>
              <a:rPr sz="1000">
                <a:solidFill>
                  <a:srgbClr val="111111"/>
                </a:solidFill>
              </a:rPr>
              <a:t>Suresh, you have been assigned waterproofing work at
Jubilee Hills site. Deadline: tomorrow 5 PM. Reply 1 to confirm.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MODULE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Automated Nudges &amp; Follow-ups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manager chase is the most exhausting part of running a multi-site operation. This eliminates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64008" cy="1920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11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Attendance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8:00 AM — worker hasn't responded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1635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Reminder sent. If no response by 9 AM, manager alerted.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92024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920240"/>
            <a:ext cx="64008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011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Site Report 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Supervisor hasn't submitted by 6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81635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 follow-up sent. Manager flagged if still missing by 7 PM.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92024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920240"/>
            <a:ext cx="64008" cy="1920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2011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Task 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Deadline passed, no completion 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81635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Escalation message sent to worker. Manager CC'd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6908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64008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60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Maintenance Due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079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AMC visit scheduled for tomorrow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96519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Team reminder sent + client notified. Reschedule flow if cancelled.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5112" y="406908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5112" y="4069080"/>
            <a:ext cx="64008" cy="19202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9704" y="4160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D366"/>
                </a:solidFill>
              </a:rPr>
              <a:t>Client Update 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5079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Project milestone reached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496519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Auto-trigger: photos + update sent to client via WhatsApp.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406908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4069080"/>
            <a:ext cx="64008" cy="192024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4160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Payment Due (AMC)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45079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30 / 7 / 1 day before renewal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96519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WhatsApp reminder with payment link sent to client automatically.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MODULE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Manager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286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One screen. Everything happening across all sites, all workers, all tasks — right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7406640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Today's Operations — 12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7406640" cy="384048"/>
          </a:xfrm>
          <a:prstGeom prst="rect">
            <a:avLst/>
          </a:prstGeom>
          <a:solidFill>
            <a:srgbClr val="10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D366"/>
                </a:solidFill>
              </a:rPr>
              <a:t>18 /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Workers Checked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4 of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Sites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Tasks 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Alerts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9300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Site  |  Workers  | 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794760"/>
            <a:ext cx="7040880" cy="530352"/>
          </a:xfrm>
          <a:prstGeom prst="rect">
            <a:avLst/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Jubilee Hills - Construction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Ramesh, Suresh, Ali</a:t>
            </a:r>
          </a:p>
        </p:txBody>
      </p:sp>
      <p:sp>
        <p:nvSpPr>
          <p:cNvPr id="27" name="Oval 26"/>
          <p:cNvSpPr/>
          <p:nvPr/>
        </p:nvSpPr>
        <p:spPr>
          <a:xfrm>
            <a:off x="6080760" y="3904488"/>
            <a:ext cx="1133856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Banjara Hills - Renovation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453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Ravi, Kumar</a:t>
            </a:r>
          </a:p>
        </p:txBody>
      </p:sp>
      <p:sp>
        <p:nvSpPr>
          <p:cNvPr id="30" name="Oval 29"/>
          <p:cNvSpPr/>
          <p:nvPr/>
        </p:nvSpPr>
        <p:spPr>
          <a:xfrm>
            <a:off x="6080760" y="4471416"/>
            <a:ext cx="1709928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Update Pending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28616"/>
            <a:ext cx="7040880" cy="530352"/>
          </a:xfrm>
          <a:prstGeom prst="rect">
            <a:avLst/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0200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Gachibowli -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020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Mohan</a:t>
            </a:r>
          </a:p>
        </p:txBody>
      </p:sp>
      <p:sp>
        <p:nvSpPr>
          <p:cNvPr id="34" name="Oval 33"/>
          <p:cNvSpPr/>
          <p:nvPr/>
        </p:nvSpPr>
        <p:spPr>
          <a:xfrm>
            <a:off x="6080760" y="5038344"/>
            <a:ext cx="1229868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86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Kondapur - New Pool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55869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Team A (4 workers)</a:t>
            </a:r>
          </a:p>
        </p:txBody>
      </p:sp>
      <p:sp>
        <p:nvSpPr>
          <p:cNvPr id="37" name="Oval 36"/>
          <p:cNvSpPr/>
          <p:nvPr/>
        </p:nvSpPr>
        <p:spPr>
          <a:xfrm>
            <a:off x="6080760" y="5605272"/>
            <a:ext cx="1133856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1874519"/>
            <a:ext cx="3776472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1874519"/>
            <a:ext cx="64008" cy="44348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20116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What the dashboard shows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4688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Real-time attendance status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Which workers are at which site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Site progress photos (latest upload)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Pending / overdue task list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Alerts: missing reports, late workers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AMC schedule for the week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Client updates sent vs pending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Full activity log — searchable by 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55FF"/>
                </a:solidFill>
              </a:rPr>
              <a:t>MODULE 06A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Client Update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Clients stop calling when they already know what is happening.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5394960" cy="420624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394960" cy="36576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Before — Client experience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Client calls to ask: 'What is the status of my pool?'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Manager must stop to give update verbally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No photographic progress evidence sent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Maintenance visit date? Client doesn't know until last minute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AMC renewal? Client forgets — chases company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Post-project: no follow-up, no review request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Premium project, below-average client 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74519"/>
            <a:ext cx="5577840" cy="4206240"/>
          </a:xfrm>
          <a:prstGeom prst="rect">
            <a:avLst/>
          </a:prstGeom>
          <a:solidFill>
            <a:srgbClr val="04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5577840" cy="365760"/>
          </a:xfrm>
          <a:prstGeom prst="rect">
            <a:avLst/>
          </a:prstGeom>
          <a:solidFill>
            <a:srgbClr val="104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7451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After — Automated client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Weekly WhatsApp update: progress photos + brief note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Milestone reached? Auto message + photos sent immediately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Construction complete: completion album sent via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Maintenance visit: reminder 2 days before, confirmation day-of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AMC renewal: 30/7/1 day reminders with payment link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Post-project: review request 1 week after handover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All automated — no manager intervention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Every Aqua Technic client — hotel or homeowner — feels like they have a dedicated project manager.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MODULE 06B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Maintenance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490 AMC clients. Each needs scheduled visits, reminders, and service records. This handles all of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5669280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What the system manages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All 490 AMC clients stored with service schedule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Automated visit reminders to maintenance team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Client notified 48h before visit — no surprise calls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Post-visit report submitted by technician via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Full service history per client — searchable anytime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Parts used, chemicals added — logged per visit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Rescheduling flow: client replies with alternate date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AMC renewal: 30/7/1-day WhatsApp reminders + payment link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New AMC signup: triggered automatically after construction handover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40680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01168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490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1945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AMC clients on automated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06324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D366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461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Manager calls needed for routine visit reminders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11480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297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Service history logged — no paper records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16636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21208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3x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349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Faster AMC renewal conversion with automated follow-up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D366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36576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Fully operational in 3 weeks. Your team keeps using WhatsApp — the system activates around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6576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3657600" cy="41148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  Week 1  —  Core Operations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Daily worker check-in automation active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Site update collection for all active sites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Manager dashboard up with real-time data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Attendance + report alert system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920240"/>
            <a:ext cx="36576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920240"/>
            <a:ext cx="36576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  Week 2  —  Task + Client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42316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Task assignment and tracking live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Automated nudge system for all triggers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Client update automation active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Construction project update flows running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920240"/>
            <a:ext cx="36576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920240"/>
            <a:ext cx="36576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  Week 3  —  Maintenance + Full Go-Live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42316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490 AMC clients loaded into system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Maintenance schedule automation live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AMC renewal reminder flows active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FFFFFF"/>
                </a:solidFill>
              </a:rPr>
              <a:t>Full system live — team trained in 1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69280"/>
            <a:ext cx="12188952" cy="777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42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Ready to build this?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08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Call / WhatsApp: +91 638-714-2699   |   hello@genosai.tech   |   www.genosai.tech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5779008"/>
            <a:ext cx="2958084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Rohan Malik, CEO — Genos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