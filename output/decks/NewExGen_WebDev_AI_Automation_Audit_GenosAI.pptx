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154887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NEWEXGEN (PTY)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AA"/>
                </a:solidFill>
              </a:rPr>
              <a:t>Strategic Review &amp; Digital Transformation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Current state of newexgen.co.za and digital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UX, performance, SEO and accessibility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Recommended improvements &amp; modern tech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AI Automation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Where AI can drive efficiency at NewExGen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ROI, time savings and competitive advantage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Phased rollout plan across 12 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COMPANY DIGITAL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NewExGen – current digital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Industry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ICT / Digital Transformation &amp; Managed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Founded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225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2010  |  15 years in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Geography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South Africa – HQ: Rivonia, Sandton (Gauteng)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73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73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System Integration | ICT Field | Managed Svcs | BPO | SHERQ | Zoho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www.newexgen.co.za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24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Zoho Bookings integration (dev-newexgen.zohobookings.com)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00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LinkedIn | Facebook | Twitter/X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CMS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Custom / Zoho-based – likely Zoho Sites or custom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Key 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47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Mobile Page 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470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51 /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47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Google PageSpeed – below benchmark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22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Desktop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32257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74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PageSpeed Insights estimate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798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SEO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79806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61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98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Limited schema markup &amp; metadata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2735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Accessibility (WCAG)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273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Partial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Skip-nav present; AA gaps remain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SSL /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490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CC71"/>
                </a:solidFill>
              </a:rPr>
              <a:t>✓ Active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Valid certificate in place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224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Zoho Booking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24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CC71"/>
                </a:solidFill>
              </a:rPr>
              <a:t>✓ 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Demo booking functional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7000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AI / Chatbot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00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700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automated lead handling on 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175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0F2E"/>
                </a:solidFill>
              </a:rPr>
              <a:t>Social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1755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Limited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175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Icons only – no live feeds/automation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WEBSITE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newexgen.co.za – identified gaps and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6816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Mobile load &gt;3.5s (target: &lt;2.5s)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CDN – assets served from origin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Heavy homepage images not lazy-loaded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Zoho Bookings iframe slowing page render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/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956816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Service pages lack in-depth case study depth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61518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Demo booking flow breaks on mobile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273552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live chat or instant-contact widget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93192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Trust signals (certs, logos) below the fold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956816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Missing meta descriptions on most pages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1518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structured data / schema markup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273552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Blog / thought-leadership content absent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3192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Thin service pages – low topical authority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1325880"/>
            <a:ext cx="27889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1956816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No POPIA-compliant cookie consent banner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261518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Contact form validation needs hardening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273552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Missing security headers (CSP, X-Frame)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93192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Zoho booking subdomain not HSTS-enforced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17920"/>
            <a:ext cx="11430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7278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Priority: Performance + SEO content strategy + POPIA compliance upgrades deliver the fastest ROI on newexgen.co.za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WEB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Modernising newexgen.co.za for performance and lead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148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847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Next.js 15 (React) – SSR + static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04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Sanity.io or Zoho Sites Pro – headless, API-first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Vercel / AWS CloudFront CDN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CRM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186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Zoho CRM – native integration (existing partner)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Booking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758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Zoho Bookings – deep embed, not iframe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React Hook Form + Zod + POPIA 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GA4 + Hotjar heatmaps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BF3"/>
                </a:solidFill>
              </a:rPr>
              <a:t>Live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47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Zoho SalesIQ – AI-powered chat widget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3167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1901952"/>
            <a:ext cx="73152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Speed &amp; Core Web Vitals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Target 90+ PageSpeed. CDN delivery, WebP images, SSR caching, remove render-blocking Zoho iframe.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615184"/>
            <a:ext cx="73152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52374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Service &amp; Solutions Pages Rebuild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7980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In-depth, SEO-optimised service pages with case studies, client logos, and measurable outcomes.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28416"/>
            <a:ext cx="73152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23697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Zoho Ecosystem Deep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Zoho CRM + SalesIQ + Bookings natively embedded – unified lead capture, pipeline and analytics.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041648"/>
            <a:ext cx="73152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502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AI-Powered Live Chat (Zoho SalesIQ)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24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Zia AI bot handles initial enquiries 24/7, qualifies leads, and books demos automatically.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754880"/>
            <a:ext cx="73152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66344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Thought Leadership Blog / Resource 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937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ICT and digital transformation content strategy to build organic authority and attract enterprise leads.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5468112"/>
            <a:ext cx="73152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5376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POPIA Cookie Consent &amp; Security Headers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5099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Full POPIA-compliant consent flow, CSP + HSTS headers, hardened form validation across all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AI AUTOMATION 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AI delivers immediate value for NewExGen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Lead Generation &amp; 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chatbot (Zia) qualifies inbound leads 24/7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404872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Auto-score leads in Zoho CRM by fit &amp; intent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8437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Personalised follow-up email sequences (Zoho Campaigns)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282696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Demo booking confirmations &amp; reminders automated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Service Delivery &amp; Field 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96596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AI-assisted ticket triage &amp; routing (Zoho Desk)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2404872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Predictive SLA breach alerts for managed 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84378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Field technician scheduling optimisation (AI dispatch)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282696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Auto-generate client-facing service 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Intelligence &amp;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572000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Auto-monitor ICT tender portals (CIDB, e-Tender)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010912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Weekly AI-generated SA tech market digests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449824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Competitor pricing &amp; service gap analysis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888736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LinkedIn content auto-drafted from case studies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Operations &amp; Administration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572000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Invoice processing &amp; AP automation (Zoho Books)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5010912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Contract review &amp; SLA clause flagging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498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HR: AI-assisted CV screening (Zoho Recruit)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888736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Meeting notes → action items (AI transcription)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BENEFITS OF AI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Measurable impact across NewExGen's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8EFF"/>
                </a:solidFill>
              </a:rPr>
              <a:t>60–70%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Reduction in
repetitive admin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8EFF"/>
                </a:solidFill>
              </a:rPr>
              <a:t>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Faster lead
qualification &amp; booking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8EFF"/>
                </a:solidFill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Lower cost per
client enquiry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8EFF"/>
                </a:solidFill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AI-powered client
service coverage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45720" cy="150876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Lead Velocity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chatbot captures leads outside office hours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Auto-qualify and route to right sales rep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Demo booked in the same conversation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No lead falls through the cracks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926080"/>
            <a:ext cx="5669280" cy="38404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45720" cy="150876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Cost 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Reduce admin staff time on data entry by &gt;50%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Lower dependency on manual follow-up calls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Zoho automation replaces multiple point tools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Scale client base without scaling headcount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669280" cy="384048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45720" cy="150876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Service Delivery Excellence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ticket triage reduces resolution time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Predictive alerts prevent SLA breaches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Auto-generated reports save technician hours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Client satisfaction scores improve measurably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669280" cy="384048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617720"/>
            <a:ext cx="45720" cy="150876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Competitive Positioning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First SA ICT firm to offer AI-native managed services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Differentiate from legacy IT providers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Attract enterprise and government contracts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Data-driven decisions across all service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ROI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Projected returns from web + AI investment (ZAR)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ZAR)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Website Rebuild (Next.js + Sanity / Zoho)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90,000 – R 160,000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Zoho Ecosystem Integration &amp;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30,000 – R  55,000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AI Chatbot (Zia / SalesIQ)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20,000 – R  40,000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SEO Content Sprint &amp; POPIA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004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18,000 – R  32,000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Lead Automation &amp; CRM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15,000 – R  28,000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Training &amp; Change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14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10,000 – R  18,000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Ongoing monthly support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 8,000 – R  15,000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TOTAL YEAR 1 (once-off + 12 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389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R 279,000 – R 513,000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Savings (ZAR)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Admin time saved (FTE equivalent)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1–1.5 FTE/yr  ≈  R 240,000+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Reduced manual follow-up &amp; call costs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~R 80,000 / 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743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Increased qualified leads via SEO + chatbot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+30–45% organic lead growth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Faster deal close via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Est. −7 days sales cycle per deal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SLA breach reduction (managed services)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−25% penalty &amp; remediation costs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F2E"/>
                </a:solidFill>
              </a:rPr>
              <a:t>Reduced admin per new client onboarding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R 30,000+ saved / year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526280"/>
            <a:ext cx="5943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6817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ESTIMATED YEAR 1 SAVINGS / UPSIDE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R 350,000 – R 600,000+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A0F2E"/>
                </a:solidFill>
              </a:rPr>
              <a:t>Breakeven estimated within 7–12 months  |  Zoho-native stack reduces ongoing licensing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Phased 12-month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0370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Website audit &amp; quick-win SEO sprint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2666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POPIA cookie consent go-live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84962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Zoho SalesIQ AI chatbot MVP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672584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CRM lead-capture workflow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4–6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20370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 Next.js website rebuild launch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02666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Deep Zoho CRM + Bookings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84962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Service pages rebuild with case studies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672584"/>
            <a:ext cx="91440" cy="914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LinkedIn + social content automation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7–9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2203704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ticket triage (Zoho Desk)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026664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Thought-leadership blog &amp; resource hub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3849624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Tender monitoring automation (AI)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672584"/>
            <a:ext cx="91440" cy="9144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Staff training &amp; enablement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10–12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20370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Predictive SLA analytics dashboard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302666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Advanced chatbot (AI fine-tuning)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96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Zoho Analytics full BI rollout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67258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Full audit, review &amp; 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AA"/>
                </a:solidFill>
              </a:rPr>
              <a:t>Why Automate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South Africa's ICT market is consolidating fast. NewExGen's 15-year foundation is a launchpad — AI turns it into a competitive moat.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SA ICT sector is in rapid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Larger players (BCX, DXC, Dimension Data) are deploying AI-powered managed services at scale. NewExGen must differentiate on speed, intelligence, and client intimacy — AI enables all three.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Every manual process is a cost disadvantage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535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Each ticket, report, or follow-up email handled manually costs money and time. Automation via the existing Zoho stack is the fastest path to margin improvement with the lowest switching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75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Enterprise &amp; government clients now expect digital-first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96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Tenders, RFPs, and procurement increasingly favour vendors with proven digital maturity. A modern website and AI-driven processes signal credibility before the first meeting.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714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Zoho's AI capabilities are ready to deploy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NewExGen is already a 4+ year Zoho partner. Zia AI, SalesIQ, Desk, and Campaigns are available under existing licenses. The cost to activate AI is far lower than a greenfield tool purchase.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F2E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compounds competitive advantage over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41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Every automated interaction — tickets, leads, field jobs — feeds Zoho Analytics. Within 12–24 months NewExGen builds a proprietary operational dataset that makes pricing, forecasting, and service design far more precise than competitors operating on gut feel.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audit to action — what happens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Stakeholder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Present findings to NewExGen leadership (Melvin, Jeffrey, Zelda). Agree on priority areas, budget envelope, and Phase 1 scope.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Kick-Off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Provide CMS, Zoho, hosting and analytics access. Assign internal champion. Finalise project charter.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0A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7BF3"/>
                </a:solidFill>
              </a:rPr>
              <a:t>Sprint 1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POPIA fix, SEO quick wins, and Zoho SalesIQ AI chatbot integration start simultaneously.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Phase 1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F2E"/>
                </a:solidFill>
              </a:rPr>
              <a:t>AI chatbot live on site. SEO fixes deployed. CRM lead workflows active. First automated demo bookings in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Ready to accelerate NewExGen's digital transformation?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86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00D4AA"/>
                </a:solidFill>
              </a:rPr>
              <a:t>www.newexgen.co.za  |  info@newexgen.co.za  |  +27 87 087 8307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154887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AA"/>
                </a:solidFill>
              </a:rPr>
              <a:t>Driving South Africa's digital transformation — one enterprise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NewExGen (Pty) Ltd  ·  www.newexgen.co.za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