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6552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365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4F8EFF"/>
                </a:solidFill>
              </a:rPr>
              <a:t>GENOS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960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BB"/>
                </a:solidFill>
              </a:rPr>
              <a:t>www.genosai.tech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</a:rPr>
              <a:t>AQUA TECHNIC — HYDERABAD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Website &amp; AI Automation
Audit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520440"/>
            <a:ext cx="27432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794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Prepared exclusively for Anurag Saxena, CEO — India's Largest Pool Builder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Rohan Malik  |  CEO, Genos AI  |  hello@genosai.tech  |  +91 638-714-2699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035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BB"/>
                </a:solidFill>
              </a:rPr>
              <a:t>May 2026  |  CONFIDENTIAL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3017520"/>
            <a:ext cx="2103120" cy="2286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9BBB"/>
                </a:solidFill>
              </a:rPr>
              <a:t>AUDIT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34290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C518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D4EE"/>
                </a:solidFill>
              </a:rPr>
              <a:t>/ 10</a:t>
            </a:r>
          </a:p>
        </p:txBody>
      </p:sp>
      <p:sp>
        <p:nvSpPr>
          <p:cNvPr id="18" name="Oval 17"/>
          <p:cNvSpPr/>
          <p:nvPr/>
        </p:nvSpPr>
        <p:spPr>
          <a:xfrm>
            <a:off x="9829800" y="4663440"/>
            <a:ext cx="1613916" cy="27432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HIGH PRIORITY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Anurag Saxena and Aqua Technic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505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Projects completed
since 2009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490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Happy maintenance
clients (AMC base)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4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12+ yrs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In swimming pool
construction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6056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7496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Top pool builder
awards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73768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3 mkts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India, Gulf
&amp; Australia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40480"/>
            <a:ext cx="11183112" cy="548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9136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Hyderabad, Telangana  |  enquiry@aquatechnic.co.in  |  +91-9391355379  |  Certified Technician Based Pool Service Company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SERVICES OFFERED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92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Turnkey swimming pool construction (above + below ground)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Pool renovation, electrical, mechanical, waterproofing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Daily maintenance, repair, water features, hydrotherapy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Franchise operations across India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INDUSTRIES SERVED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892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Hotels &amp; resorts (primary high-value segment)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Sports facilities and wellness centres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Residential (high-end homeowners)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International: Gulf and Australia projects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ABOUT GENOS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 Automation for Service &amp; Construction Businesses.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F"/>
                </a:solidFill>
              </a:rPr>
              <a:t>What We Build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26974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75104"/>
            <a:ext cx="2697480" cy="3200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084831"/>
            <a:ext cx="24780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WhatsApp AI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651760"/>
            <a:ext cx="247802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24/7 AI agents on WhatsApp that answer inquiries, qualify leads by project type and budget, and book site visits automatically. The most effective channel for the Indian market.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6704" y="1920240"/>
            <a:ext cx="269748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1975104"/>
            <a:ext cx="2697480" cy="3200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2084831"/>
            <a:ext cx="24780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Lead Qualification
&amp; Nurture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47802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Automated email and WhatsApp sequences that re-engage prospects who inquired but didn't convert. Most high-value construction contracts close after 3-5 follow-ups, not the first contact.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1920240"/>
            <a:ext cx="26974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975104"/>
            <a:ext cx="2697480" cy="3200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1"/>
            <a:ext cx="24780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AMC &amp; Maintenance
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651760"/>
            <a:ext cx="247802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Automated renewal reminders, service scheduling, and client communication for recurring maintenance clients. Reduces churn, removes manual follow-up from the team's plate.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34272" y="1920240"/>
            <a:ext cx="269748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1975104"/>
            <a:ext cx="2697480" cy="3200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084831"/>
            <a:ext cx="24780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55FF"/>
                </a:solidFill>
              </a:rPr>
              <a:t>Website AI Chatbot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651760"/>
            <a:ext cx="247802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AI chatbot on your website that answers cost questions, qualifies project scope, and routes hotel clients vs residential vs international - with full context before any human is involved.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349240"/>
            <a:ext cx="11183112" cy="11887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4132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WHY GENOS AI FOR AQUA TECHNIC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4243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Built for Indian market: WhatsApp-first, multilingual, India-timezone aware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Construction industry experience: understands project qualification, site visit workflows, AMC cycles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Rapid deployment: WhatsApp agent live in under 2 weeks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ROI-focused: every automation tied to leads captured, AMC renewals saved, or response time improved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4132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CLIENTS WE 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74243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Construction &amp; engineering firms managing large project pipelines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Service businesses with recurring maintenance/AMC client bases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Real estate developers and hospitality businesses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Any business losing leads to slow WhatsApp or email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THE THREE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505 Projects Built. Weekend Inquiries Still Hitting a Static 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3611880" cy="4572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91640"/>
            <a:ext cx="3392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2E"/>
                </a:solidFill>
              </a:rPr>
              <a:t>GAP 1
NO WHATSAPP
RESPONSE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3611880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176272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4D4D"/>
                </a:solidFill>
              </a:rPr>
              <a:t>The #1 channel in India — completely absent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542032"/>
            <a:ext cx="339242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WhatsApp chat widget on the site — hotel developers browse on Sunday and WhatsApp 3 builders simultaneously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The one who responds first in under 5 minutes wins the site visit in 80%+ of cases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Aqua Technic's response: fill a form, wait for a call on Monday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Competitors with WhatsApp AI agents respond in under 60 seconds, 24/7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645920"/>
            <a:ext cx="3611880" cy="4572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91640"/>
            <a:ext cx="3392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2E"/>
                </a:solidFill>
              </a:rPr>
              <a:t>GAP 2
490 AMC CLIENTS
MANUAL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2103120"/>
            <a:ext cx="3611880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176272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C518"/>
                </a:solidFill>
              </a:rPr>
              <a:t>Largest recurring revenue base managed without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42032"/>
            <a:ext cx="339242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490 maintenance clients = significant AMC renewal revenue each year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automated renewal reminders via WhatsApp or email at 30/7/1 days before expiry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online service scheduling — clients call or email to book maintenance visits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Each lapsed AMC is direct revenue loss that automation prevents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4" y="1645920"/>
            <a:ext cx="3611880" cy="4572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1691640"/>
            <a:ext cx="3392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2E"/>
                </a:solidFill>
              </a:rPr>
              <a:t>GAP 3
NO COST ESTIMATOR
+ CREDIBILITY BUGS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5864" y="2103120"/>
            <a:ext cx="3611880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2176272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F8EFF"/>
                </a:solidFill>
              </a:rPr>
              <a:t>First question unanswered. Site has visible test entries.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2542032"/>
            <a:ext cx="339242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Most common first question: 'How much does a swimming pool cost?' — gets no immediate answer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 cost estimator tool (pool size, type, features) qualifies serious buyers and captures contact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Navigation has placeholder/test entries visible to all site visitors — active credibility damage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post-project review system despite 505 completed projects — social proof wasted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46520"/>
            <a:ext cx="11183112" cy="274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C518"/>
                </a:solidFill>
              </a:rPr>
              <a:t>Aqua Technic built India's largest pool portfolio manually. The next 500 projects need automation to compete at the same speed as tech-enabled rivals.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55FF"/>
                </a:solidFill>
              </a:rPr>
              <a:t>WEBSITE DESIGN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Established Track Record. Outdated Digital Infrastructure.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36576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474720" cy="3291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3474720" cy="38404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AQUATECHNIC.CO.IN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WhatsApp chat widget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Contact form only — no automated follow-up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Navigation has test/placeholder entries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pool cost estimator or quote tool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automated AMC renewal reminders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post-project review collection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filterable project gallery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separate hotel vs residential 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055FF"/>
                </a:solidFill>
              </a:rP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737360"/>
            <a:ext cx="3291840" cy="3291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737360"/>
            <a:ext cx="3291840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556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WHAT TOP INDIAN BUILDERS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12848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WhatsApp AI agent responds in under 60 seconds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Cost estimator captures serious buyers immediately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Automated follow-up within 5 minutes of inquiry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AMC renewals managed via automated WhatsApp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Post-project review request within 48 hrs of completion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Project gallery filterable by type and scale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Hotel-specific landing page with hospitality case studies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Client portal for maintenance history and scheduling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055FF"/>
                </a:solidFill>
              </a:rP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737360"/>
            <a:ext cx="3291840" cy="3291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58200" y="1737360"/>
            <a:ext cx="3291840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7556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WHAT GENOS AI BUILDS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212848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WhatsApp AI agent: qualify + book site visits 24/7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Pool cost estimator with WhatsApp/email gate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5-min automated follow-up to every form inquiry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AMC renewal: WhatsApp at 30/7/1 days + pay link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Post-project review automation via WhatsApp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Filterable gallery: hotel, residential, water features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Hotel + residential separate landing pages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Fix navigation placeholders (week 1, immediate)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230368"/>
            <a:ext cx="11183112" cy="117043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852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55FF"/>
                </a:solidFill>
              </a:rPr>
              <a:t>INDIA MARKET BENCHMARKS: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257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&lt; 60 sec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568756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WhatsApp response time
to win the site visit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257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490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568756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AMC clients with
zero renewal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5257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505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568756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Projects with no
auto review collection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5257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80%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568756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Indian B2B buyers prefer
WhatsApp over email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AI AUTOMATION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Four Layers Built for India's Largest Pool Builder.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6974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00784"/>
            <a:ext cx="2697480" cy="4297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810512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WhatsApp AI
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423160"/>
            <a:ext cx="247802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Responds to every inquiry on WhatsApp within 60 seconds, 24/7. Asks 5 qualifying questions: pool type, size, hotel or residential, location (city), timeline. Serious buyers are connected to Anurag's team with full project context. Time-wasters are filtered before any human is involved. Hotel developers browsing on Sunday get a response before your competitors finish their morning chai.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6704" y="1645920"/>
            <a:ext cx="269748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6704" y="1700784"/>
            <a:ext cx="2697480" cy="4297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810512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Pool Cost
Estimator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423160"/>
            <a:ext cx="247802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Most prospects want a ballpark before they call. An interactive estimator on the homepage asks pool dimensions, type (lap pool, infinity, family), finish, and add-ons. Before showing the estimate, it captures WhatsApp number or email. The prospect gets their number. Aqua Technic gets a qualified lead with project scope already defined. High-intent traffic converts instead of bouncing.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645920"/>
            <a:ext cx="26974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00784"/>
            <a:ext cx="2697480" cy="4297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810512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AMC Renewal
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423160"/>
            <a:ext cx="247802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490 maintenance clients. Each AMC renewal is revenue. Automated WhatsApp messages at 30 days, 7 days, and 1 day before expiry — with a payment link — recover renewals that would otherwise require a manual follow-up call. Service scheduling via WhatsApp removes phone tag from the maintenance team. Aqua Technic's recurring revenue base becomes a managed asset, not a manual chore.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34272" y="1645920"/>
            <a:ext cx="269748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34272" y="1700784"/>
            <a:ext cx="2697480" cy="4297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810512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55FF"/>
                </a:solidFill>
              </a:rPr>
              <a:t>Post-Project
Review &amp; Referral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423160"/>
            <a:ext cx="247802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505 completed projects with no systematic review collection. A WhatsApp message sent 48 hours after project handover asks for a Google review and a referral. Hotel and resort clients who are happy at handover are the highest-converting referral source in the construction industry. Catching them at the peak satisfaction moment — before they move to the next project — is the difference between 5 reviews and 500.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126480"/>
            <a:ext cx="1118311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C518"/>
                </a:solidFill>
              </a:rPr>
              <a:t>Anurag's team builds the pools. Genos AI handles every touchpoint before the first site visit and after every handover.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WHY WHATSAPP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India's Hotel Developers Don't Fill Forms. They WhatsApp.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2860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1183112" cy="1417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8191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500M+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30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WhatsApp users
in India (2026)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58191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130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B2B buyers prefer
WhatsApp over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58191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&lt; 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130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Response window to
win a site visit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58191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24/7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130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When hotel developers
actually browse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58191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3 rivals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130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Messaged simultaneously
with Aqua Technic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08960"/>
            <a:ext cx="5394960" cy="2971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729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HOW A HOTEL DEVELOPER INQUIRES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51206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Browses aquatechnic.co.in on a Sunday afternoon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Wants a quote for a rooftop infinity pool at a new hotel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Fills a 4-field contact form and submits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Simultaneously WhatsApps 3 competing builders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Gets a reply from Competitor A within 4 minutes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Competitor A books a site visit for Tuesday morning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Aqua Technic's reply arrives Monday — site visit already booked with rival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108960"/>
            <a:ext cx="5605272" cy="2971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1729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WITH GENOS AI WHATSAPP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520440"/>
            <a:ext cx="53035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Developer clicks WhatsApp widget on site at 3pm Sunday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AI agent responds within 60 seconds: 'Tell me about your project'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5 qualifying questions: type, size, location, timeline, budget range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Agent sends a ballpark range and books a call for Monday 10am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Anurag's team receives: project brief, contact, preferred time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Monday morning: Aqua Technic calls with full context ready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Site visit confirmed before the developer has heard from Competitor 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217920"/>
            <a:ext cx="11183112" cy="34747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2636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8C00"/>
                </a:solidFill>
              </a:rPr>
              <a:t>The first credible response wins the site visit. The site visit wins the contract. Speed is the competitive advantage.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WhatsApp First. AMC Second. Reviews and SEO Third.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356616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82496"/>
            <a:ext cx="1673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7692" y="1719072"/>
            <a:ext cx="18242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A0F2E"/>
                </a:solidFill>
              </a:rPr>
              <a:t>Weeks 1-2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3566160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" y="2267712"/>
            <a:ext cx="4572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Fix Navigation Placeholders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8716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Remove all test/placeholder entries from navigation immediately. Credibility restored before anything else goes live.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3136392"/>
            <a:ext cx="4572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8152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WhatsApp AI Agent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Agent trained on pool types, cost ranges, project qualification. Widget on homepage and all service pages. Responds within 60 seconds, 24/7.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4005072"/>
            <a:ext cx="4572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5020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AMC Renewal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2452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WhatsApp reminders at 30/7/1 days before expiry with payment link deployed for all 490 active maintenance clients.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33672" y="1645920"/>
            <a:ext cx="3566160" cy="4754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682496"/>
            <a:ext cx="1673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8444" y="1719072"/>
            <a:ext cx="18242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A0F2E"/>
                </a:solidFill>
              </a:rPr>
              <a:t>Weeks 3-5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3672" y="2121408"/>
            <a:ext cx="3566160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2267712"/>
            <a:ext cx="45720" cy="4754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221284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F"/>
                </a:solidFill>
              </a:rPr>
              <a:t>Pool Cost Estimator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248716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Interactive cost estimator with WhatsApp/email gate before results. Hotel and residential paths with separate qualifying questions.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3136392"/>
            <a:ext cx="45720" cy="4754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308152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F"/>
                </a:solidFill>
              </a:rPr>
              <a:t>Post-Project Review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335584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WhatsApp message at 48 hrs post-handover requesting Google review and referral. Deployed for all future project completions.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005072"/>
            <a:ext cx="45720" cy="4754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395020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F"/>
                </a:solidFill>
              </a:rPr>
              <a:t>Hotel vs Residential Landing Pages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422452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Separate pages for hospitality clients (hotel case studies, ROI framing) and residential (design, family, lifestyle framing).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64424" y="1645920"/>
            <a:ext cx="356616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4152" y="1682496"/>
            <a:ext cx="1673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PHASE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69196" y="1719072"/>
            <a:ext cx="18242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A0F2E"/>
                </a:solidFill>
              </a:rPr>
              <a:t>Months 2-3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64424" y="2121408"/>
            <a:ext cx="3566160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4152" y="2267712"/>
            <a:ext cx="4572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3024" y="221284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SEO Content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4" y="248716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10-15 articles: swimming pool construction Hyderabad, hotel pool builders India, pool maintenance Hyderabad, rooftop infinity pool cost India.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74152" y="3136392"/>
            <a:ext cx="4572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3024" y="308152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Filterable Project Gallery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335584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Gallery with 50+ completed projects filterable by type: hotel, residential, sports, water features. Hotel developers evaluate by portfolio.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74152" y="4005072"/>
            <a:ext cx="4572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93024" y="395020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Gulf &amp; Australia Routing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3024" y="422452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International inquiry handling with timezone-aware follow-up and separate qualification for Gulf and Australia project inquiries.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BEFORE vs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Actually Changes for Aqua Technic in 90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4937760" cy="3200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508760"/>
            <a:ext cx="5330952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3619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AFTER 90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11183112" cy="2011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38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HOTEL DEVELOPER INQUIRY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39696"/>
            <a:ext cx="4754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Developer WhatsApps 3 pool builders on Sunday. Aqua Technic's form reply arrives Monday. Competitor already has the site visit booked.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139696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WhatsApp AI agent responds within 60 seconds. 5 qualifying questions. Site visit booked for Monday morning before Anurag's team starts their day.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52928"/>
            <a:ext cx="11183112" cy="2011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71216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AMC RENEWAL (490 CLIENTS)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072384"/>
            <a:ext cx="4754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Maintenance contracts expire. Clients are called manually or not at all. Each lapsed AMC is revenue lost and a relationship that weakens.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072384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WhatsApp reminders at 30/7/1 days. Payment link in message. Renewals confirmed without a single manual call. 490 clients managed automatically.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85616"/>
            <a:ext cx="11183112" cy="2011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039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COST ESTIMATION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005072"/>
            <a:ext cx="4754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Prospect asks 'how much for a pool?' Site has no answer. They leave, search Google, and find a competitor with an instant estimate tool.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005072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Interactive estimator on homepage. Pool type, size, finish, add-ons. Email/WhatsApp captured before results shown. Qualified lead with full project scope.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18304"/>
            <a:ext cx="11183112" cy="2011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7365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POST-PROJECT REVIEWS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937760"/>
            <a:ext cx="4754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505 completed projects. Review collection depends on whether the project manager remembers to ask. Aqua Technic has a fraction of the reviews its track record deserves.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937760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WhatsApp message 48 hrs after handover. Google review requested at peak client satisfaction. Referral asked at 30 days. Review volume compounds monthly.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650992"/>
            <a:ext cx="11183112" cy="2011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6692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NAVIGATION CREDIBILITY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870448"/>
            <a:ext cx="4754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Placeholder and test entries visible in site navigation. Every hotel developer who visits sees them and doubts the professionalism of the operation behind the site.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5870448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Navigation cleaned in Week 1. Professional, complete, no stray entries. The site matches the 12-year track record it represents.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Let's Talk for
15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6032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4EE"/>
                </a:solidFill>
              </a:rPr>
              <a:t>No pitch needed. Call or WhatsApp.
We'll start with the WhatsApp agent — live in 2 weeks.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118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/>
              <a:t>  </a:t>
            </a:r>
            <a:r>
              <a:rPr sz="1200" b="1">
                <a:solidFill>
                  <a:srgbClr val="00D4AA"/>
                </a:solidFill>
              </a:rPr>
              <a:t>● </a:t>
            </a:r>
            <a:r>
              <a:rPr sz="1400">
                <a:solidFill>
                  <a:srgbClr val="FFFFFF"/>
                </a:solidFill>
              </a:rPr>
              <a:t>Call or WhatsApp Rohan: +91 638-714-2699</a:t>
            </a:r>
          </a:p>
          <a:p>
            <a:pPr algn="l">
              <a:spcAft>
                <a:spcPts val="600"/>
              </a:spcAft>
            </a:pPr>
            <a:r>
              <a:rPr sz="1200"/>
              <a:t>  </a:t>
            </a:r>
            <a:r>
              <a:rPr sz="1200" b="1">
                <a:solidFill>
                  <a:srgbClr val="00D4AA"/>
                </a:solidFill>
              </a:rPr>
              <a:t>● </a:t>
            </a:r>
            <a:r>
              <a:rPr sz="1400">
                <a:solidFill>
                  <a:srgbClr val="FFFFFF"/>
                </a:solidFill>
              </a:rPr>
              <a:t>Week 1-2: WhatsApp AI agent + AMC automation live</a:t>
            </a:r>
          </a:p>
          <a:p>
            <a:pPr algn="l">
              <a:spcAft>
                <a:spcPts val="600"/>
              </a:spcAft>
            </a:pPr>
            <a:r>
              <a:rPr sz="1200"/>
              <a:t>  </a:t>
            </a:r>
            <a:r>
              <a:rPr sz="1200" b="1">
                <a:solidFill>
                  <a:srgbClr val="00D4AA"/>
                </a:solidFill>
              </a:rPr>
              <a:t>● </a:t>
            </a:r>
            <a:r>
              <a:rPr sz="1400">
                <a:solidFill>
                  <a:srgbClr val="FFFFFF"/>
                </a:solidFill>
              </a:rPr>
              <a:t>Week 3-5: Cost estimator + review automation + landing pages</a:t>
            </a:r>
          </a:p>
          <a:p>
            <a:pPr algn="l"/>
            <a:r>
              <a:rPr sz="1200"/>
              <a:t>  </a:t>
            </a:r>
            <a:r>
              <a:rPr sz="1200" b="1">
                <a:solidFill>
                  <a:srgbClr val="00D4AA"/>
                </a:solidFill>
              </a:rPr>
              <a:t>● </a:t>
            </a:r>
            <a:r>
              <a:rPr sz="1400">
                <a:solidFill>
                  <a:srgbClr val="FFFFFF"/>
                </a:solidFill>
              </a:rPr>
              <a:t>Month 2-3: SEO content + gallery + Gulf/Australia routing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0"/>
            <a:ext cx="6858000" cy="914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B"/>
                </a:solidFill>
              </a:rPr>
              <a:t>Rohan Malik  |  CEO, Genos AI  |  hello@genosai.tech  |  +91 638-714-2699  |  www.genosai.tech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5486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</a:rPr>
              <a:t>THREE GAPS.
THREE FIXES.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0876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1691640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7373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No 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37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AI agent: 60-sec response, 24/7, qualifies + books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2496312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5420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490 AMC Manual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420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Automated renewal reminders + payment link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3300984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34670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No Cost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4670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Pool estimator: qualify + capture before 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4105656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1513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505 No Reviews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15137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Post-handover WhatsApp: Google review + referral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4910328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49560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Nav Bugs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95604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Placeholders fixed in Week 1 — immediate credibility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5715000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57607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No SEO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7607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Hotel + residential + maintenance keyword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